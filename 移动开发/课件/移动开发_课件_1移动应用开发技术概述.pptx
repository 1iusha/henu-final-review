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9" r:id="rId4"/>
    <p:sldMasterId id="2147483681" r:id="rId5"/>
    <p:sldMasterId id="2147483693" r:id="rId6"/>
    <p:sldMasterId id="2147483705" r:id="rId7"/>
    <p:sldMasterId id="2147483717" r:id="rId8"/>
    <p:sldMasterId id="2147483729" r:id="rId9"/>
    <p:sldMasterId id="2147483741" r:id="rId10"/>
    <p:sldMasterId id="2147483753" r:id="rId11"/>
    <p:sldMasterId id="2147483765" r:id="rId12"/>
    <p:sldMasterId id="2147483777" r:id="rId13"/>
    <p:sldMasterId id="2147483789" r:id="rId14"/>
    <p:sldMasterId id="2147483801" r:id="rId15"/>
    <p:sldMasterId id="2147483813" r:id="rId16"/>
    <p:sldMasterId id="2147483825" r:id="rId17"/>
    <p:sldMasterId id="2147483837" r:id="rId18"/>
    <p:sldMasterId id="2147483849" r:id="rId19"/>
    <p:sldMasterId id="2147483861" r:id="rId20"/>
    <p:sldMasterId id="2147483873" r:id="rId21"/>
  </p:sldMasterIdLst>
  <p:notesMasterIdLst>
    <p:notesMasterId r:id="rId24"/>
  </p:notesMasterIdLst>
  <p:handoutMasterIdLst>
    <p:handoutMasterId r:id="rId130"/>
  </p:handoutMasterIdLst>
  <p:sldIdLst>
    <p:sldId id="557" r:id="rId22"/>
    <p:sldId id="264" r:id="rId23"/>
    <p:sldId id="328" r:id="rId25"/>
    <p:sldId id="327" r:id="rId26"/>
    <p:sldId id="348" r:id="rId27"/>
    <p:sldId id="309" r:id="rId28"/>
    <p:sldId id="259" r:id="rId29"/>
    <p:sldId id="351" r:id="rId30"/>
    <p:sldId id="349" r:id="rId31"/>
    <p:sldId id="654" r:id="rId32"/>
    <p:sldId id="350" r:id="rId33"/>
    <p:sldId id="651" r:id="rId34"/>
    <p:sldId id="652" r:id="rId35"/>
    <p:sldId id="655" r:id="rId36"/>
    <p:sldId id="740" r:id="rId37"/>
    <p:sldId id="352" r:id="rId38"/>
    <p:sldId id="653" r:id="rId39"/>
    <p:sldId id="353" r:id="rId40"/>
    <p:sldId id="650" r:id="rId41"/>
    <p:sldId id="340" r:id="rId42"/>
    <p:sldId id="355" r:id="rId43"/>
    <p:sldId id="375" r:id="rId44"/>
    <p:sldId id="741" r:id="rId45"/>
    <p:sldId id="356" r:id="rId46"/>
    <p:sldId id="743" r:id="rId47"/>
    <p:sldId id="361" r:id="rId48"/>
    <p:sldId id="744" r:id="rId49"/>
    <p:sldId id="364" r:id="rId50"/>
    <p:sldId id="366" r:id="rId51"/>
    <p:sldId id="745" r:id="rId52"/>
    <p:sldId id="746" r:id="rId53"/>
    <p:sldId id="747" r:id="rId54"/>
    <p:sldId id="749" r:id="rId55"/>
    <p:sldId id="365" r:id="rId56"/>
    <p:sldId id="367" r:id="rId57"/>
    <p:sldId id="748" r:id="rId58"/>
    <p:sldId id="750" r:id="rId59"/>
    <p:sldId id="368" r:id="rId60"/>
    <p:sldId id="751" r:id="rId61"/>
    <p:sldId id="369" r:id="rId62"/>
    <p:sldId id="376" r:id="rId63"/>
    <p:sldId id="377" r:id="rId64"/>
    <p:sldId id="378" r:id="rId65"/>
    <p:sldId id="752" r:id="rId66"/>
    <p:sldId id="753" r:id="rId67"/>
    <p:sldId id="380" r:id="rId68"/>
    <p:sldId id="754" r:id="rId69"/>
    <p:sldId id="379" r:id="rId70"/>
    <p:sldId id="755" r:id="rId71"/>
    <p:sldId id="385" r:id="rId72"/>
    <p:sldId id="756" r:id="rId73"/>
    <p:sldId id="387" r:id="rId74"/>
    <p:sldId id="827" r:id="rId75"/>
    <p:sldId id="388" r:id="rId76"/>
    <p:sldId id="416" r:id="rId77"/>
    <p:sldId id="417" r:id="rId78"/>
    <p:sldId id="418" r:id="rId79"/>
    <p:sldId id="419" r:id="rId80"/>
    <p:sldId id="420" r:id="rId81"/>
    <p:sldId id="421" r:id="rId82"/>
    <p:sldId id="742" r:id="rId83"/>
    <p:sldId id="836" r:id="rId84"/>
    <p:sldId id="837" r:id="rId85"/>
    <p:sldId id="838" r:id="rId86"/>
    <p:sldId id="839" r:id="rId87"/>
    <p:sldId id="877" r:id="rId88"/>
    <p:sldId id="888" r:id="rId89"/>
    <p:sldId id="889" r:id="rId90"/>
    <p:sldId id="878" r:id="rId91"/>
    <p:sldId id="879" r:id="rId92"/>
    <p:sldId id="880" r:id="rId93"/>
    <p:sldId id="890" r:id="rId94"/>
    <p:sldId id="881" r:id="rId95"/>
    <p:sldId id="882" r:id="rId96"/>
    <p:sldId id="883" r:id="rId97"/>
    <p:sldId id="884" r:id="rId98"/>
    <p:sldId id="885" r:id="rId99"/>
    <p:sldId id="886" r:id="rId100"/>
    <p:sldId id="887" r:id="rId101"/>
    <p:sldId id="840" r:id="rId102"/>
    <p:sldId id="841" r:id="rId103"/>
    <p:sldId id="842" r:id="rId104"/>
    <p:sldId id="894" r:id="rId105"/>
    <p:sldId id="896" r:id="rId106"/>
    <p:sldId id="897" r:id="rId107"/>
    <p:sldId id="898" r:id="rId108"/>
    <p:sldId id="899" r:id="rId109"/>
    <p:sldId id="900" r:id="rId110"/>
    <p:sldId id="843" r:id="rId111"/>
    <p:sldId id="844" r:id="rId112"/>
    <p:sldId id="895" r:id="rId113"/>
    <p:sldId id="901" r:id="rId114"/>
    <p:sldId id="860" r:id="rId115"/>
    <p:sldId id="861" r:id="rId116"/>
    <p:sldId id="862" r:id="rId117"/>
    <p:sldId id="863" r:id="rId118"/>
    <p:sldId id="893" r:id="rId119"/>
    <p:sldId id="864" r:id="rId120"/>
    <p:sldId id="865" r:id="rId121"/>
    <p:sldId id="891" r:id="rId122"/>
    <p:sldId id="871" r:id="rId123"/>
    <p:sldId id="872" r:id="rId124"/>
    <p:sldId id="873" r:id="rId125"/>
    <p:sldId id="874" r:id="rId126"/>
    <p:sldId id="892" r:id="rId127"/>
    <p:sldId id="875" r:id="rId128"/>
    <p:sldId id="876" r:id="rId129"/>
  </p:sldIdLst>
  <p:sldSz cx="12190095" cy="6859270"/>
  <p:notesSz cx="6858000" cy="9144000"/>
  <p:custDataLst>
    <p:tags r:id="rId134"/>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256" userDrawn="1">
          <p15:clr>
            <a:srgbClr val="A4A3A4"/>
          </p15:clr>
        </p15:guide>
        <p15:guide id="3" pos="66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DF6"/>
    <a:srgbClr val="0075CC"/>
    <a:srgbClr val="005DA2"/>
    <a:srgbClr val="1369B2"/>
    <a:srgbClr val="595959"/>
    <a:srgbClr val="FAFAFA"/>
    <a:srgbClr val="F2F2F2"/>
    <a:srgbClr val="006BBC"/>
    <a:srgbClr val="F5F5F5"/>
    <a:srgbClr val="3992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30" autoAdjust="0"/>
    <p:restoredTop sz="55672" autoAdjust="0"/>
  </p:normalViewPr>
  <p:slideViewPr>
    <p:cSldViewPr showGuides="1">
      <p:cViewPr varScale="1">
        <p:scale>
          <a:sx n="92" d="100"/>
          <a:sy n="92" d="100"/>
        </p:scale>
        <p:origin x="752" y="184"/>
      </p:cViewPr>
      <p:guideLst>
        <p:guide orient="horz" pos="2144"/>
        <p:guide pos="256"/>
        <p:guide pos="666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58"/>
        <p:guide pos="2299"/>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77.xml"/><Relationship Id="rId98" Type="http://schemas.openxmlformats.org/officeDocument/2006/relationships/slide" Target="slides/slide76.xml"/><Relationship Id="rId97" Type="http://schemas.openxmlformats.org/officeDocument/2006/relationships/slide" Target="slides/slide75.xml"/><Relationship Id="rId96" Type="http://schemas.openxmlformats.org/officeDocument/2006/relationships/slide" Target="slides/slide74.xml"/><Relationship Id="rId95" Type="http://schemas.openxmlformats.org/officeDocument/2006/relationships/slide" Target="slides/slide73.xml"/><Relationship Id="rId94" Type="http://schemas.openxmlformats.org/officeDocument/2006/relationships/slide" Target="slides/slide72.xml"/><Relationship Id="rId93" Type="http://schemas.openxmlformats.org/officeDocument/2006/relationships/slide" Target="slides/slide71.xml"/><Relationship Id="rId92" Type="http://schemas.openxmlformats.org/officeDocument/2006/relationships/slide" Target="slides/slide70.xml"/><Relationship Id="rId91" Type="http://schemas.openxmlformats.org/officeDocument/2006/relationships/slide" Target="slides/slide69.xml"/><Relationship Id="rId90" Type="http://schemas.openxmlformats.org/officeDocument/2006/relationships/slide" Target="slides/slide68.xml"/><Relationship Id="rId9" Type="http://schemas.openxmlformats.org/officeDocument/2006/relationships/slideMaster" Target="slideMasters/slideMaster8.xml"/><Relationship Id="rId89" Type="http://schemas.openxmlformats.org/officeDocument/2006/relationships/slide" Target="slides/slide67.xml"/><Relationship Id="rId88" Type="http://schemas.openxmlformats.org/officeDocument/2006/relationships/slide" Target="slides/slide66.xml"/><Relationship Id="rId87" Type="http://schemas.openxmlformats.org/officeDocument/2006/relationships/slide" Target="slides/slide65.xml"/><Relationship Id="rId86" Type="http://schemas.openxmlformats.org/officeDocument/2006/relationships/slide" Target="slides/slide64.xml"/><Relationship Id="rId85" Type="http://schemas.openxmlformats.org/officeDocument/2006/relationships/slide" Target="slides/slide63.xml"/><Relationship Id="rId84" Type="http://schemas.openxmlformats.org/officeDocument/2006/relationships/slide" Target="slides/slide62.xml"/><Relationship Id="rId83" Type="http://schemas.openxmlformats.org/officeDocument/2006/relationships/slide" Target="slides/slide61.xml"/><Relationship Id="rId82" Type="http://schemas.openxmlformats.org/officeDocument/2006/relationships/slide" Target="slides/slide60.xml"/><Relationship Id="rId81" Type="http://schemas.openxmlformats.org/officeDocument/2006/relationships/slide" Target="slides/slide59.xml"/><Relationship Id="rId80" Type="http://schemas.openxmlformats.org/officeDocument/2006/relationships/slide" Target="slides/slide58.xml"/><Relationship Id="rId8" Type="http://schemas.openxmlformats.org/officeDocument/2006/relationships/slideMaster" Target="slideMasters/slideMaster7.xml"/><Relationship Id="rId79" Type="http://schemas.openxmlformats.org/officeDocument/2006/relationships/slide" Target="slides/slide57.xml"/><Relationship Id="rId78" Type="http://schemas.openxmlformats.org/officeDocument/2006/relationships/slide" Target="slides/slide56.xml"/><Relationship Id="rId77" Type="http://schemas.openxmlformats.org/officeDocument/2006/relationships/slide" Target="slides/slide55.xml"/><Relationship Id="rId76" Type="http://schemas.openxmlformats.org/officeDocument/2006/relationships/slide" Target="slides/slide54.xml"/><Relationship Id="rId75" Type="http://schemas.openxmlformats.org/officeDocument/2006/relationships/slide" Target="slides/slide53.xml"/><Relationship Id="rId74" Type="http://schemas.openxmlformats.org/officeDocument/2006/relationships/slide" Target="slides/slide52.xml"/><Relationship Id="rId73" Type="http://schemas.openxmlformats.org/officeDocument/2006/relationships/slide" Target="slides/slide51.xml"/><Relationship Id="rId72" Type="http://schemas.openxmlformats.org/officeDocument/2006/relationships/slide" Target="slides/slide50.xml"/><Relationship Id="rId71" Type="http://schemas.openxmlformats.org/officeDocument/2006/relationships/slide" Target="slides/slide49.xml"/><Relationship Id="rId70" Type="http://schemas.openxmlformats.org/officeDocument/2006/relationships/slide" Target="slides/slide48.xml"/><Relationship Id="rId7" Type="http://schemas.openxmlformats.org/officeDocument/2006/relationships/slideMaster" Target="slideMasters/slideMaster6.xml"/><Relationship Id="rId69" Type="http://schemas.openxmlformats.org/officeDocument/2006/relationships/slide" Target="slides/slide47.xml"/><Relationship Id="rId68" Type="http://schemas.openxmlformats.org/officeDocument/2006/relationships/slide" Target="slides/slide46.xml"/><Relationship Id="rId67" Type="http://schemas.openxmlformats.org/officeDocument/2006/relationships/slide" Target="slides/slide45.xml"/><Relationship Id="rId66" Type="http://schemas.openxmlformats.org/officeDocument/2006/relationships/slide" Target="slides/slide44.xml"/><Relationship Id="rId65" Type="http://schemas.openxmlformats.org/officeDocument/2006/relationships/slide" Target="slides/slide43.xml"/><Relationship Id="rId64" Type="http://schemas.openxmlformats.org/officeDocument/2006/relationships/slide" Target="slides/slide42.xml"/><Relationship Id="rId63" Type="http://schemas.openxmlformats.org/officeDocument/2006/relationships/slide" Target="slides/slide41.xml"/><Relationship Id="rId62" Type="http://schemas.openxmlformats.org/officeDocument/2006/relationships/slide" Target="slides/slide40.xml"/><Relationship Id="rId61" Type="http://schemas.openxmlformats.org/officeDocument/2006/relationships/slide" Target="slides/slide39.xml"/><Relationship Id="rId60" Type="http://schemas.openxmlformats.org/officeDocument/2006/relationships/slide" Target="slides/slide38.xml"/><Relationship Id="rId6" Type="http://schemas.openxmlformats.org/officeDocument/2006/relationships/slideMaster" Target="slideMasters/slideMaster5.xml"/><Relationship Id="rId59" Type="http://schemas.openxmlformats.org/officeDocument/2006/relationships/slide" Target="slides/slide37.xml"/><Relationship Id="rId58" Type="http://schemas.openxmlformats.org/officeDocument/2006/relationships/slide" Target="slides/slide36.xml"/><Relationship Id="rId57" Type="http://schemas.openxmlformats.org/officeDocument/2006/relationships/slide" Target="slides/slide35.xml"/><Relationship Id="rId56" Type="http://schemas.openxmlformats.org/officeDocument/2006/relationships/slide" Target="slides/slide34.xml"/><Relationship Id="rId55" Type="http://schemas.openxmlformats.org/officeDocument/2006/relationships/slide" Target="slides/slide33.xml"/><Relationship Id="rId54" Type="http://schemas.openxmlformats.org/officeDocument/2006/relationships/slide" Target="slides/slide32.xml"/><Relationship Id="rId53" Type="http://schemas.openxmlformats.org/officeDocument/2006/relationships/slide" Target="slides/slide31.xml"/><Relationship Id="rId52" Type="http://schemas.openxmlformats.org/officeDocument/2006/relationships/slide" Target="slides/slide30.xml"/><Relationship Id="rId51" Type="http://schemas.openxmlformats.org/officeDocument/2006/relationships/slide" Target="slides/slide29.xml"/><Relationship Id="rId50" Type="http://schemas.openxmlformats.org/officeDocument/2006/relationships/slide" Target="slides/slide28.xml"/><Relationship Id="rId5" Type="http://schemas.openxmlformats.org/officeDocument/2006/relationships/slideMaster" Target="slideMasters/slideMaster4.xml"/><Relationship Id="rId49" Type="http://schemas.openxmlformats.org/officeDocument/2006/relationships/slide" Target="slides/slide27.xml"/><Relationship Id="rId48" Type="http://schemas.openxmlformats.org/officeDocument/2006/relationships/slide" Target="slides/slide26.xml"/><Relationship Id="rId47" Type="http://schemas.openxmlformats.org/officeDocument/2006/relationships/slide" Target="slides/slide25.xml"/><Relationship Id="rId46" Type="http://schemas.openxmlformats.org/officeDocument/2006/relationships/slide" Target="slides/slide24.xml"/><Relationship Id="rId45" Type="http://schemas.openxmlformats.org/officeDocument/2006/relationships/slide" Target="slides/slide23.xml"/><Relationship Id="rId44" Type="http://schemas.openxmlformats.org/officeDocument/2006/relationships/slide" Target="slides/slide22.xml"/><Relationship Id="rId43" Type="http://schemas.openxmlformats.org/officeDocument/2006/relationships/slide" Target="slides/slide21.xml"/><Relationship Id="rId42" Type="http://schemas.openxmlformats.org/officeDocument/2006/relationships/slide" Target="slides/slide20.xml"/><Relationship Id="rId41" Type="http://schemas.openxmlformats.org/officeDocument/2006/relationships/slide" Target="slides/slide19.xml"/><Relationship Id="rId40" Type="http://schemas.openxmlformats.org/officeDocument/2006/relationships/slide" Target="slides/slide18.xml"/><Relationship Id="rId4" Type="http://schemas.openxmlformats.org/officeDocument/2006/relationships/slideMaster" Target="slideMasters/slideMaster3.xml"/><Relationship Id="rId39" Type="http://schemas.openxmlformats.org/officeDocument/2006/relationships/slide" Target="slides/slide17.xml"/><Relationship Id="rId38" Type="http://schemas.openxmlformats.org/officeDocument/2006/relationships/slide" Target="slides/slide16.xml"/><Relationship Id="rId37" Type="http://schemas.openxmlformats.org/officeDocument/2006/relationships/slide" Target="slides/slide15.xml"/><Relationship Id="rId36" Type="http://schemas.openxmlformats.org/officeDocument/2006/relationships/slide" Target="slides/slide14.xml"/><Relationship Id="rId35" Type="http://schemas.openxmlformats.org/officeDocument/2006/relationships/slide" Target="slides/slide13.xml"/><Relationship Id="rId34" Type="http://schemas.openxmlformats.org/officeDocument/2006/relationships/slide" Target="slides/slide12.xml"/><Relationship Id="rId33" Type="http://schemas.openxmlformats.org/officeDocument/2006/relationships/slide" Target="slides/slide11.xml"/><Relationship Id="rId32" Type="http://schemas.openxmlformats.org/officeDocument/2006/relationships/slide" Target="slides/slide10.xml"/><Relationship Id="rId31" Type="http://schemas.openxmlformats.org/officeDocument/2006/relationships/slide" Target="slides/slide9.xml"/><Relationship Id="rId30" Type="http://schemas.openxmlformats.org/officeDocument/2006/relationships/slide" Target="slides/slide8.xml"/><Relationship Id="rId3" Type="http://schemas.openxmlformats.org/officeDocument/2006/relationships/slideMaster" Target="slideMasters/slideMaster2.xml"/><Relationship Id="rId29" Type="http://schemas.openxmlformats.org/officeDocument/2006/relationships/slide" Target="slides/slide7.xml"/><Relationship Id="rId28" Type="http://schemas.openxmlformats.org/officeDocument/2006/relationships/slide" Target="slides/slide6.xml"/><Relationship Id="rId27" Type="http://schemas.openxmlformats.org/officeDocument/2006/relationships/slide" Target="slides/slide5.xml"/><Relationship Id="rId26" Type="http://schemas.openxmlformats.org/officeDocument/2006/relationships/slide" Target="slides/slide4.xml"/><Relationship Id="rId25" Type="http://schemas.openxmlformats.org/officeDocument/2006/relationships/slide" Target="slides/slide3.xml"/><Relationship Id="rId24" Type="http://schemas.openxmlformats.org/officeDocument/2006/relationships/notesMaster" Target="notesMasters/notesMaster1.xml"/><Relationship Id="rId23" Type="http://schemas.openxmlformats.org/officeDocument/2006/relationships/slide" Target="slides/slide2.xml"/><Relationship Id="rId22" Type="http://schemas.openxmlformats.org/officeDocument/2006/relationships/slide" Target="slides/slide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4" Type="http://schemas.openxmlformats.org/officeDocument/2006/relationships/tags" Target="tags/tag123.xml"/><Relationship Id="rId133" Type="http://schemas.openxmlformats.org/officeDocument/2006/relationships/tableStyles" Target="tableStyles.xml"/><Relationship Id="rId132" Type="http://schemas.openxmlformats.org/officeDocument/2006/relationships/viewProps" Target="viewProps.xml"/><Relationship Id="rId131" Type="http://schemas.openxmlformats.org/officeDocument/2006/relationships/presProps" Target="presProps.xml"/><Relationship Id="rId130" Type="http://schemas.openxmlformats.org/officeDocument/2006/relationships/handoutMaster" Target="handoutMasters/handoutMaster1.xml"/><Relationship Id="rId13" Type="http://schemas.openxmlformats.org/officeDocument/2006/relationships/slideMaster" Target="slideMasters/slideMaster12.xml"/><Relationship Id="rId129" Type="http://schemas.openxmlformats.org/officeDocument/2006/relationships/slide" Target="slides/slide107.xml"/><Relationship Id="rId128" Type="http://schemas.openxmlformats.org/officeDocument/2006/relationships/slide" Target="slides/slide106.xml"/><Relationship Id="rId127" Type="http://schemas.openxmlformats.org/officeDocument/2006/relationships/slide" Target="slides/slide105.xml"/><Relationship Id="rId126" Type="http://schemas.openxmlformats.org/officeDocument/2006/relationships/slide" Target="slides/slide104.xml"/><Relationship Id="rId125" Type="http://schemas.openxmlformats.org/officeDocument/2006/relationships/slide" Target="slides/slide103.xml"/><Relationship Id="rId124" Type="http://schemas.openxmlformats.org/officeDocument/2006/relationships/slide" Target="slides/slide102.xml"/><Relationship Id="rId123" Type="http://schemas.openxmlformats.org/officeDocument/2006/relationships/slide" Target="slides/slide101.xml"/><Relationship Id="rId122" Type="http://schemas.openxmlformats.org/officeDocument/2006/relationships/slide" Target="slides/slide100.xml"/><Relationship Id="rId121" Type="http://schemas.openxmlformats.org/officeDocument/2006/relationships/slide" Target="slides/slide99.xml"/><Relationship Id="rId120" Type="http://schemas.openxmlformats.org/officeDocument/2006/relationships/slide" Target="slides/slide98.xml"/><Relationship Id="rId12" Type="http://schemas.openxmlformats.org/officeDocument/2006/relationships/slideMaster" Target="slideMasters/slideMaster11.xml"/><Relationship Id="rId119" Type="http://schemas.openxmlformats.org/officeDocument/2006/relationships/slide" Target="slides/slide97.xml"/><Relationship Id="rId118" Type="http://schemas.openxmlformats.org/officeDocument/2006/relationships/slide" Target="slides/slide96.xml"/><Relationship Id="rId117" Type="http://schemas.openxmlformats.org/officeDocument/2006/relationships/slide" Target="slides/slide95.xml"/><Relationship Id="rId116" Type="http://schemas.openxmlformats.org/officeDocument/2006/relationships/slide" Target="slides/slide94.xml"/><Relationship Id="rId115" Type="http://schemas.openxmlformats.org/officeDocument/2006/relationships/slide" Target="slides/slide93.xml"/><Relationship Id="rId114" Type="http://schemas.openxmlformats.org/officeDocument/2006/relationships/slide" Target="slides/slide92.xml"/><Relationship Id="rId113" Type="http://schemas.openxmlformats.org/officeDocument/2006/relationships/slide" Target="slides/slide91.xml"/><Relationship Id="rId112" Type="http://schemas.openxmlformats.org/officeDocument/2006/relationships/slide" Target="slides/slide90.xml"/><Relationship Id="rId111" Type="http://schemas.openxmlformats.org/officeDocument/2006/relationships/slide" Target="slides/slide89.xml"/><Relationship Id="rId110" Type="http://schemas.openxmlformats.org/officeDocument/2006/relationships/slide" Target="slides/slide88.xml"/><Relationship Id="rId11" Type="http://schemas.openxmlformats.org/officeDocument/2006/relationships/slideMaster" Target="slideMasters/slideMaster10.xml"/><Relationship Id="rId109" Type="http://schemas.openxmlformats.org/officeDocument/2006/relationships/slide" Target="slides/slide87.xml"/><Relationship Id="rId108" Type="http://schemas.openxmlformats.org/officeDocument/2006/relationships/slide" Target="slides/slide86.xml"/><Relationship Id="rId107" Type="http://schemas.openxmlformats.org/officeDocument/2006/relationships/slide" Target="slides/slide85.xml"/><Relationship Id="rId106" Type="http://schemas.openxmlformats.org/officeDocument/2006/relationships/slide" Target="slides/slide84.xml"/><Relationship Id="rId105" Type="http://schemas.openxmlformats.org/officeDocument/2006/relationships/slide" Target="slides/slide83.xml"/><Relationship Id="rId104" Type="http://schemas.openxmlformats.org/officeDocument/2006/relationships/slide" Target="slides/slide82.xml"/><Relationship Id="rId103" Type="http://schemas.openxmlformats.org/officeDocument/2006/relationships/slide" Target="slides/slide81.xml"/><Relationship Id="rId102" Type="http://schemas.openxmlformats.org/officeDocument/2006/relationships/slide" Target="slides/slide80.xml"/><Relationship Id="rId101" Type="http://schemas.openxmlformats.org/officeDocument/2006/relationships/slide" Target="slides/slide79.xml"/><Relationship Id="rId100" Type="http://schemas.openxmlformats.org/officeDocument/2006/relationships/slide" Target="slides/slide78.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3.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5.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6.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197.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08.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0.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2" Type="http://schemas.openxmlformats.org/officeDocument/2006/relationships/theme" Target="../theme/theme3.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9.xml"/><Relationship Id="rId8" Type="http://schemas.openxmlformats.org/officeDocument/2006/relationships/slideLayout" Target="../slideLayouts/slideLayout38.xml"/><Relationship Id="rId7" Type="http://schemas.openxmlformats.org/officeDocument/2006/relationships/slideLayout" Target="../slideLayouts/slideLayout37.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2" Type="http://schemas.openxmlformats.org/officeDocument/2006/relationships/theme" Target="../theme/theme4.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0.xml"/><Relationship Id="rId8" Type="http://schemas.openxmlformats.org/officeDocument/2006/relationships/slideLayout" Target="../slideLayouts/slideLayout49.xml"/><Relationship Id="rId7" Type="http://schemas.openxmlformats.org/officeDocument/2006/relationships/slideLayout" Target="../slideLayouts/slideLayout48.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3" Type="http://schemas.openxmlformats.org/officeDocument/2006/relationships/slideLayout" Target="../slideLayouts/slideLayout44.xml"/><Relationship Id="rId2" Type="http://schemas.openxmlformats.org/officeDocument/2006/relationships/slideLayout" Target="../slideLayouts/slideLayout43.xml"/><Relationship Id="rId12" Type="http://schemas.openxmlformats.org/officeDocument/2006/relationships/theme" Target="../theme/theme5.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1"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2" Type="http://schemas.openxmlformats.org/officeDocument/2006/relationships/theme" Target="../theme/theme6.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2.xml"/><Relationship Id="rId8" Type="http://schemas.openxmlformats.org/officeDocument/2006/relationships/slideLayout" Target="../slideLayouts/slideLayout71.xml"/><Relationship Id="rId7" Type="http://schemas.openxmlformats.org/officeDocument/2006/relationships/slideLayout" Target="../slideLayouts/slideLayout70.xml"/><Relationship Id="rId6" Type="http://schemas.openxmlformats.org/officeDocument/2006/relationships/slideLayout" Target="../slideLayouts/slideLayout69.xml"/><Relationship Id="rId5" Type="http://schemas.openxmlformats.org/officeDocument/2006/relationships/slideLayout" Target="../slideLayouts/slideLayout68.xml"/><Relationship Id="rId4" Type="http://schemas.openxmlformats.org/officeDocument/2006/relationships/slideLayout" Target="../slideLayouts/slideLayout67.xml"/><Relationship Id="rId3" Type="http://schemas.openxmlformats.org/officeDocument/2006/relationships/slideLayout" Target="../slideLayouts/slideLayout66.xml"/><Relationship Id="rId2" Type="http://schemas.openxmlformats.org/officeDocument/2006/relationships/slideLayout" Target="../slideLayouts/slideLayout65.xml"/><Relationship Id="rId12" Type="http://schemas.openxmlformats.org/officeDocument/2006/relationships/theme" Target="../theme/theme7.xml"/><Relationship Id="rId11" Type="http://schemas.openxmlformats.org/officeDocument/2006/relationships/slideLayout" Target="../slideLayouts/slideLayout74.xml"/><Relationship Id="rId10" Type="http://schemas.openxmlformats.org/officeDocument/2006/relationships/slideLayout" Target="../slideLayouts/slideLayout73.xml"/><Relationship Id="rId1" Type="http://schemas.openxmlformats.org/officeDocument/2006/relationships/slideLayout" Target="../slideLayouts/slideLayout64.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2" Type="http://schemas.openxmlformats.org/officeDocument/2006/relationships/theme" Target="../theme/theme8.xml"/><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 Type="http://schemas.openxmlformats.org/officeDocument/2006/relationships/slideLayout" Target="../slideLayouts/slideLayout87.xml"/><Relationship Id="rId12" Type="http://schemas.openxmlformats.org/officeDocument/2006/relationships/theme" Target="../theme/theme9.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5.xml"/><Relationship Id="rId8" Type="http://schemas.openxmlformats.org/officeDocument/2006/relationships/slideLayout" Target="../slideLayouts/slideLayout104.xml"/><Relationship Id="rId7" Type="http://schemas.openxmlformats.org/officeDocument/2006/relationships/slideLayout" Target="../slideLayouts/slideLayout103.xml"/><Relationship Id="rId6" Type="http://schemas.openxmlformats.org/officeDocument/2006/relationships/slideLayout" Target="../slideLayouts/slideLayout102.xml"/><Relationship Id="rId5" Type="http://schemas.openxmlformats.org/officeDocument/2006/relationships/slideLayout" Target="../slideLayouts/slideLayout101.xml"/><Relationship Id="rId4" Type="http://schemas.openxmlformats.org/officeDocument/2006/relationships/slideLayout" Target="../slideLayouts/slideLayout100.xml"/><Relationship Id="rId3" Type="http://schemas.openxmlformats.org/officeDocument/2006/relationships/slideLayout" Target="../slideLayouts/slideLayout99.xml"/><Relationship Id="rId2" Type="http://schemas.openxmlformats.org/officeDocument/2006/relationships/slideLayout" Target="../slideLayouts/slideLayout98.xml"/><Relationship Id="rId12" Type="http://schemas.openxmlformats.org/officeDocument/2006/relationships/theme" Target="../theme/theme10.xml"/><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 Type="http://schemas.openxmlformats.org/officeDocument/2006/relationships/slideLayout" Target="../slideLayouts/slideLayout97.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6.xml"/><Relationship Id="rId8" Type="http://schemas.openxmlformats.org/officeDocument/2006/relationships/slideLayout" Target="../slideLayouts/slideLayout115.xml"/><Relationship Id="rId7" Type="http://schemas.openxmlformats.org/officeDocument/2006/relationships/slideLayout" Target="../slideLayouts/slideLayout114.xml"/><Relationship Id="rId6" Type="http://schemas.openxmlformats.org/officeDocument/2006/relationships/slideLayout" Target="../slideLayouts/slideLayout113.xml"/><Relationship Id="rId5" Type="http://schemas.openxmlformats.org/officeDocument/2006/relationships/slideLayout" Target="../slideLayouts/slideLayout112.xml"/><Relationship Id="rId4" Type="http://schemas.openxmlformats.org/officeDocument/2006/relationships/slideLayout" Target="../slideLayouts/slideLayout111.xml"/><Relationship Id="rId3" Type="http://schemas.openxmlformats.org/officeDocument/2006/relationships/slideLayout" Target="../slideLayouts/slideLayout110.xml"/><Relationship Id="rId2" Type="http://schemas.openxmlformats.org/officeDocument/2006/relationships/slideLayout" Target="../slideLayouts/slideLayout109.xml"/><Relationship Id="rId12" Type="http://schemas.openxmlformats.org/officeDocument/2006/relationships/theme" Target="../theme/theme11.xml"/><Relationship Id="rId11" Type="http://schemas.openxmlformats.org/officeDocument/2006/relationships/slideLayout" Target="../slideLayouts/slideLayout118.xml"/><Relationship Id="rId10" Type="http://schemas.openxmlformats.org/officeDocument/2006/relationships/slideLayout" Target="../slideLayouts/slideLayout117.xml"/><Relationship Id="rId1" Type="http://schemas.openxmlformats.org/officeDocument/2006/relationships/slideLayout" Target="../slideLayouts/slideLayout108.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27.xml"/><Relationship Id="rId8" Type="http://schemas.openxmlformats.org/officeDocument/2006/relationships/slideLayout" Target="../slideLayouts/slideLayout126.xml"/><Relationship Id="rId7" Type="http://schemas.openxmlformats.org/officeDocument/2006/relationships/slideLayout" Target="../slideLayouts/slideLayout125.xml"/><Relationship Id="rId6" Type="http://schemas.openxmlformats.org/officeDocument/2006/relationships/slideLayout" Target="../slideLayouts/slideLayout124.xml"/><Relationship Id="rId5" Type="http://schemas.openxmlformats.org/officeDocument/2006/relationships/slideLayout" Target="../slideLayouts/slideLayout123.xml"/><Relationship Id="rId4" Type="http://schemas.openxmlformats.org/officeDocument/2006/relationships/slideLayout" Target="../slideLayouts/slideLayout122.xml"/><Relationship Id="rId3" Type="http://schemas.openxmlformats.org/officeDocument/2006/relationships/slideLayout" Target="../slideLayouts/slideLayout121.xml"/><Relationship Id="rId2" Type="http://schemas.openxmlformats.org/officeDocument/2006/relationships/slideLayout" Target="../slideLayouts/slideLayout120.xml"/><Relationship Id="rId12" Type="http://schemas.openxmlformats.org/officeDocument/2006/relationships/theme" Target="../theme/theme12.xml"/><Relationship Id="rId11" Type="http://schemas.openxmlformats.org/officeDocument/2006/relationships/slideLayout" Target="../slideLayouts/slideLayout129.xml"/><Relationship Id="rId10" Type="http://schemas.openxmlformats.org/officeDocument/2006/relationships/slideLayout" Target="../slideLayouts/slideLayout128.xml"/><Relationship Id="rId1" Type="http://schemas.openxmlformats.org/officeDocument/2006/relationships/slideLayout" Target="../slideLayouts/slideLayout119.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38.xml"/><Relationship Id="rId8" Type="http://schemas.openxmlformats.org/officeDocument/2006/relationships/slideLayout" Target="../slideLayouts/slideLayout137.xml"/><Relationship Id="rId7" Type="http://schemas.openxmlformats.org/officeDocument/2006/relationships/slideLayout" Target="../slideLayouts/slideLayout136.xml"/><Relationship Id="rId6" Type="http://schemas.openxmlformats.org/officeDocument/2006/relationships/slideLayout" Target="../slideLayouts/slideLayout135.xml"/><Relationship Id="rId5" Type="http://schemas.openxmlformats.org/officeDocument/2006/relationships/slideLayout" Target="../slideLayouts/slideLayout134.xml"/><Relationship Id="rId4" Type="http://schemas.openxmlformats.org/officeDocument/2006/relationships/slideLayout" Target="../slideLayouts/slideLayout133.xml"/><Relationship Id="rId3" Type="http://schemas.openxmlformats.org/officeDocument/2006/relationships/slideLayout" Target="../slideLayouts/slideLayout132.xml"/><Relationship Id="rId2" Type="http://schemas.openxmlformats.org/officeDocument/2006/relationships/slideLayout" Target="../slideLayouts/slideLayout131.xml"/><Relationship Id="rId12" Type="http://schemas.openxmlformats.org/officeDocument/2006/relationships/theme" Target="../theme/theme13.xml"/><Relationship Id="rId11" Type="http://schemas.openxmlformats.org/officeDocument/2006/relationships/slideLayout" Target="../slideLayouts/slideLayout140.xml"/><Relationship Id="rId10" Type="http://schemas.openxmlformats.org/officeDocument/2006/relationships/slideLayout" Target="../slideLayouts/slideLayout139.xml"/><Relationship Id="rId1" Type="http://schemas.openxmlformats.org/officeDocument/2006/relationships/slideLayout" Target="../slideLayouts/slideLayout130.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49.xml"/><Relationship Id="rId8" Type="http://schemas.openxmlformats.org/officeDocument/2006/relationships/slideLayout" Target="../slideLayouts/slideLayout148.xml"/><Relationship Id="rId7" Type="http://schemas.openxmlformats.org/officeDocument/2006/relationships/slideLayout" Target="../slideLayouts/slideLayout147.xml"/><Relationship Id="rId6" Type="http://schemas.openxmlformats.org/officeDocument/2006/relationships/slideLayout" Target="../slideLayouts/slideLayout146.xml"/><Relationship Id="rId5" Type="http://schemas.openxmlformats.org/officeDocument/2006/relationships/slideLayout" Target="../slideLayouts/slideLayout145.xml"/><Relationship Id="rId4" Type="http://schemas.openxmlformats.org/officeDocument/2006/relationships/slideLayout" Target="../slideLayouts/slideLayout144.xml"/><Relationship Id="rId3" Type="http://schemas.openxmlformats.org/officeDocument/2006/relationships/slideLayout" Target="../slideLayouts/slideLayout143.xml"/><Relationship Id="rId2" Type="http://schemas.openxmlformats.org/officeDocument/2006/relationships/slideLayout" Target="../slideLayouts/slideLayout142.xml"/><Relationship Id="rId12" Type="http://schemas.openxmlformats.org/officeDocument/2006/relationships/theme" Target="../theme/theme14.xml"/><Relationship Id="rId11" Type="http://schemas.openxmlformats.org/officeDocument/2006/relationships/slideLayout" Target="../slideLayouts/slideLayout151.xml"/><Relationship Id="rId10" Type="http://schemas.openxmlformats.org/officeDocument/2006/relationships/slideLayout" Target="../slideLayouts/slideLayout150.xml"/><Relationship Id="rId1" Type="http://schemas.openxmlformats.org/officeDocument/2006/relationships/slideLayout" Target="../slideLayouts/slideLayout141.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0.xml"/><Relationship Id="rId8" Type="http://schemas.openxmlformats.org/officeDocument/2006/relationships/slideLayout" Target="../slideLayouts/slideLayout159.xml"/><Relationship Id="rId7" Type="http://schemas.openxmlformats.org/officeDocument/2006/relationships/slideLayout" Target="../slideLayouts/slideLayout158.xml"/><Relationship Id="rId6" Type="http://schemas.openxmlformats.org/officeDocument/2006/relationships/slideLayout" Target="../slideLayouts/slideLayout157.xml"/><Relationship Id="rId5" Type="http://schemas.openxmlformats.org/officeDocument/2006/relationships/slideLayout" Target="../slideLayouts/slideLayout156.xml"/><Relationship Id="rId4" Type="http://schemas.openxmlformats.org/officeDocument/2006/relationships/slideLayout" Target="../slideLayouts/slideLayout155.xml"/><Relationship Id="rId3" Type="http://schemas.openxmlformats.org/officeDocument/2006/relationships/slideLayout" Target="../slideLayouts/slideLayout154.xml"/><Relationship Id="rId2" Type="http://schemas.openxmlformats.org/officeDocument/2006/relationships/slideLayout" Target="../slideLayouts/slideLayout153.xml"/><Relationship Id="rId12" Type="http://schemas.openxmlformats.org/officeDocument/2006/relationships/theme" Target="../theme/theme15.xml"/><Relationship Id="rId11" Type="http://schemas.openxmlformats.org/officeDocument/2006/relationships/slideLayout" Target="../slideLayouts/slideLayout162.xml"/><Relationship Id="rId10" Type="http://schemas.openxmlformats.org/officeDocument/2006/relationships/slideLayout" Target="../slideLayouts/slideLayout161.xml"/><Relationship Id="rId1" Type="http://schemas.openxmlformats.org/officeDocument/2006/relationships/slideLayout" Target="../slideLayouts/slideLayout152.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1.xml"/><Relationship Id="rId8" Type="http://schemas.openxmlformats.org/officeDocument/2006/relationships/slideLayout" Target="../slideLayouts/slideLayout170.xml"/><Relationship Id="rId7" Type="http://schemas.openxmlformats.org/officeDocument/2006/relationships/slideLayout" Target="../slideLayouts/slideLayout169.xml"/><Relationship Id="rId6" Type="http://schemas.openxmlformats.org/officeDocument/2006/relationships/slideLayout" Target="../slideLayouts/slideLayout168.xml"/><Relationship Id="rId5" Type="http://schemas.openxmlformats.org/officeDocument/2006/relationships/slideLayout" Target="../slideLayouts/slideLayout167.xml"/><Relationship Id="rId4" Type="http://schemas.openxmlformats.org/officeDocument/2006/relationships/slideLayout" Target="../slideLayouts/slideLayout166.xml"/><Relationship Id="rId3" Type="http://schemas.openxmlformats.org/officeDocument/2006/relationships/slideLayout" Target="../slideLayouts/slideLayout165.xml"/><Relationship Id="rId2" Type="http://schemas.openxmlformats.org/officeDocument/2006/relationships/slideLayout" Target="../slideLayouts/slideLayout164.xml"/><Relationship Id="rId12" Type="http://schemas.openxmlformats.org/officeDocument/2006/relationships/theme" Target="../theme/theme16.xml"/><Relationship Id="rId11" Type="http://schemas.openxmlformats.org/officeDocument/2006/relationships/slideLayout" Target="../slideLayouts/slideLayout173.xml"/><Relationship Id="rId10" Type="http://schemas.openxmlformats.org/officeDocument/2006/relationships/slideLayout" Target="../slideLayouts/slideLayout172.xml"/><Relationship Id="rId1" Type="http://schemas.openxmlformats.org/officeDocument/2006/relationships/slideLayout" Target="../slideLayouts/slideLayout163.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2.xml"/><Relationship Id="rId8" Type="http://schemas.openxmlformats.org/officeDocument/2006/relationships/slideLayout" Target="../slideLayouts/slideLayout181.xml"/><Relationship Id="rId7" Type="http://schemas.openxmlformats.org/officeDocument/2006/relationships/slideLayout" Target="../slideLayouts/slideLayout180.xml"/><Relationship Id="rId6" Type="http://schemas.openxmlformats.org/officeDocument/2006/relationships/slideLayout" Target="../slideLayouts/slideLayout179.xml"/><Relationship Id="rId5" Type="http://schemas.openxmlformats.org/officeDocument/2006/relationships/slideLayout" Target="../slideLayouts/slideLayout178.xml"/><Relationship Id="rId4" Type="http://schemas.openxmlformats.org/officeDocument/2006/relationships/slideLayout" Target="../slideLayouts/slideLayout177.xml"/><Relationship Id="rId3" Type="http://schemas.openxmlformats.org/officeDocument/2006/relationships/slideLayout" Target="../slideLayouts/slideLayout176.xml"/><Relationship Id="rId2" Type="http://schemas.openxmlformats.org/officeDocument/2006/relationships/slideLayout" Target="../slideLayouts/slideLayout175.xml"/><Relationship Id="rId12" Type="http://schemas.openxmlformats.org/officeDocument/2006/relationships/theme" Target="../theme/theme17.xml"/><Relationship Id="rId11" Type="http://schemas.openxmlformats.org/officeDocument/2006/relationships/slideLayout" Target="../slideLayouts/slideLayout184.xml"/><Relationship Id="rId10" Type="http://schemas.openxmlformats.org/officeDocument/2006/relationships/slideLayout" Target="../slideLayouts/slideLayout183.xml"/><Relationship Id="rId1" Type="http://schemas.openxmlformats.org/officeDocument/2006/relationships/slideLayout" Target="../slideLayouts/slideLayout174.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3.xml"/><Relationship Id="rId8" Type="http://schemas.openxmlformats.org/officeDocument/2006/relationships/slideLayout" Target="../slideLayouts/slideLayout192.xml"/><Relationship Id="rId7" Type="http://schemas.openxmlformats.org/officeDocument/2006/relationships/slideLayout" Target="../slideLayouts/slideLayout191.xml"/><Relationship Id="rId6" Type="http://schemas.openxmlformats.org/officeDocument/2006/relationships/slideLayout" Target="../slideLayouts/slideLayout190.xml"/><Relationship Id="rId5" Type="http://schemas.openxmlformats.org/officeDocument/2006/relationships/slideLayout" Target="../slideLayouts/slideLayout189.xml"/><Relationship Id="rId4" Type="http://schemas.openxmlformats.org/officeDocument/2006/relationships/slideLayout" Target="../slideLayouts/slideLayout188.xml"/><Relationship Id="rId3" Type="http://schemas.openxmlformats.org/officeDocument/2006/relationships/slideLayout" Target="../slideLayouts/slideLayout187.xml"/><Relationship Id="rId2" Type="http://schemas.openxmlformats.org/officeDocument/2006/relationships/slideLayout" Target="../slideLayouts/slideLayout186.xml"/><Relationship Id="rId12" Type="http://schemas.openxmlformats.org/officeDocument/2006/relationships/theme" Target="../theme/theme18.xml"/><Relationship Id="rId11" Type="http://schemas.openxmlformats.org/officeDocument/2006/relationships/slideLayout" Target="../slideLayouts/slideLayout195.xml"/><Relationship Id="rId10" Type="http://schemas.openxmlformats.org/officeDocument/2006/relationships/slideLayout" Target="../slideLayouts/slideLayout194.xml"/><Relationship Id="rId1" Type="http://schemas.openxmlformats.org/officeDocument/2006/relationships/slideLayout" Target="../slideLayouts/slideLayout185.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4.xml"/><Relationship Id="rId8" Type="http://schemas.openxmlformats.org/officeDocument/2006/relationships/slideLayout" Target="../slideLayouts/slideLayout203.xml"/><Relationship Id="rId7" Type="http://schemas.openxmlformats.org/officeDocument/2006/relationships/slideLayout" Target="../slideLayouts/slideLayout202.xml"/><Relationship Id="rId6" Type="http://schemas.openxmlformats.org/officeDocument/2006/relationships/slideLayout" Target="../slideLayouts/slideLayout201.xml"/><Relationship Id="rId5" Type="http://schemas.openxmlformats.org/officeDocument/2006/relationships/slideLayout" Target="../slideLayouts/slideLayout200.xml"/><Relationship Id="rId4" Type="http://schemas.openxmlformats.org/officeDocument/2006/relationships/slideLayout" Target="../slideLayouts/slideLayout199.xml"/><Relationship Id="rId3" Type="http://schemas.openxmlformats.org/officeDocument/2006/relationships/slideLayout" Target="../slideLayouts/slideLayout198.xml"/><Relationship Id="rId2" Type="http://schemas.openxmlformats.org/officeDocument/2006/relationships/slideLayout" Target="../slideLayouts/slideLayout197.xml"/><Relationship Id="rId12" Type="http://schemas.openxmlformats.org/officeDocument/2006/relationships/theme" Target="../theme/theme19.xml"/><Relationship Id="rId11" Type="http://schemas.openxmlformats.org/officeDocument/2006/relationships/slideLayout" Target="../slideLayouts/slideLayout206.xml"/><Relationship Id="rId10" Type="http://schemas.openxmlformats.org/officeDocument/2006/relationships/slideLayout" Target="../slideLayouts/slideLayout205.xml"/><Relationship Id="rId1" Type="http://schemas.openxmlformats.org/officeDocument/2006/relationships/slideLayout" Target="../slideLayouts/slideLayout196.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5.xml"/><Relationship Id="rId8" Type="http://schemas.openxmlformats.org/officeDocument/2006/relationships/slideLayout" Target="../slideLayouts/slideLayout214.xml"/><Relationship Id="rId7" Type="http://schemas.openxmlformats.org/officeDocument/2006/relationships/slideLayout" Target="../slideLayouts/slideLayout213.xml"/><Relationship Id="rId6" Type="http://schemas.openxmlformats.org/officeDocument/2006/relationships/slideLayout" Target="../slideLayouts/slideLayout212.xml"/><Relationship Id="rId5" Type="http://schemas.openxmlformats.org/officeDocument/2006/relationships/slideLayout" Target="../slideLayouts/slideLayout211.xml"/><Relationship Id="rId4" Type="http://schemas.openxmlformats.org/officeDocument/2006/relationships/slideLayout" Target="../slideLayouts/slideLayout210.xml"/><Relationship Id="rId3" Type="http://schemas.openxmlformats.org/officeDocument/2006/relationships/slideLayout" Target="../slideLayouts/slideLayout209.xml"/><Relationship Id="rId2" Type="http://schemas.openxmlformats.org/officeDocument/2006/relationships/slideLayout" Target="../slideLayouts/slideLayout208.xml"/><Relationship Id="rId12" Type="http://schemas.openxmlformats.org/officeDocument/2006/relationships/theme" Target="../theme/theme20.xml"/><Relationship Id="rId11" Type="http://schemas.openxmlformats.org/officeDocument/2006/relationships/slideLayout" Target="../slideLayouts/slideLayout217.xml"/><Relationship Id="rId10" Type="http://schemas.openxmlformats.org/officeDocument/2006/relationships/slideLayout" Target="../slideLayouts/slideLayout216.xml"/><Relationship Id="rId1" Type="http://schemas.openxmlformats.org/officeDocument/2006/relationships/slideLayout" Target="../slideLayouts/slideLayout20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7.xml"/><Relationship Id="rId2" Type="http://schemas.openxmlformats.org/officeDocument/2006/relationships/image" Target="../media/image9.jpe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3.xml"/><Relationship Id="rId25" Type="http://schemas.openxmlformats.org/officeDocument/2006/relationships/slideLayout" Target="../slideLayouts/slideLayout17.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16.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20.png"/><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0.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6" Type="http://schemas.openxmlformats.org/officeDocument/2006/relationships/notesSlide" Target="../notesSlides/notesSlide9.xml"/><Relationship Id="rId15" Type="http://schemas.openxmlformats.org/officeDocument/2006/relationships/slideLayout" Target="../slideLayouts/slideLayout32.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hyperlink" Target="https://hmxt.org/" TargetMode="External"/><Relationship Id="rId1" Type="http://schemas.openxmlformats.org/officeDocument/2006/relationships/hyperlink" Target="https://www.openharmony.cn/rule/"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1.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0.xml"/><Relationship Id="rId2" Type="http://schemas.openxmlformats.org/officeDocument/2006/relationships/image" Target="../media/image9.jpe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3.png"/><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4.png"/><Relationship Id="rId1" Type="http://schemas.openxmlformats.org/officeDocument/2006/relationships/tags" Target="../tags/tag5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image" Target="../media/image35.png"/><Relationship Id="rId1" Type="http://schemas.openxmlformats.org/officeDocument/2006/relationships/tags" Target="../tags/tag5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tags" Target="../tags/tag5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4.xml"/><Relationship Id="rId2" Type="http://schemas.openxmlformats.org/officeDocument/2006/relationships/image" Target="../media/image37.png"/><Relationship Id="rId1" Type="http://schemas.openxmlformats.org/officeDocument/2006/relationships/tags" Target="../tags/tag5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8.png"/><Relationship Id="rId1" Type="http://schemas.openxmlformats.org/officeDocument/2006/relationships/tags" Target="../tags/tag5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9.png"/><Relationship Id="rId1" Type="http://schemas.openxmlformats.org/officeDocument/2006/relationships/tags" Target="../tags/tag5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image" Target="../media/image40.png"/><Relationship Id="rId1" Type="http://schemas.openxmlformats.org/officeDocument/2006/relationships/tags" Target="../tags/tag5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6.xml"/><Relationship Id="rId2" Type="http://schemas.openxmlformats.org/officeDocument/2006/relationships/image" Target="../media/image41.png"/><Relationship Id="rId1" Type="http://schemas.openxmlformats.org/officeDocument/2006/relationships/tags" Target="../tags/tag5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image" Target="../media/image42.png"/><Relationship Id="rId1" Type="http://schemas.openxmlformats.org/officeDocument/2006/relationships/tags" Target="../tags/tag5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09.xml"/><Relationship Id="rId2" Type="http://schemas.openxmlformats.org/officeDocument/2006/relationships/image" Target="../media/image43.png"/><Relationship Id="rId1" Type="http://schemas.openxmlformats.org/officeDocument/2006/relationships/tags" Target="../tags/tag59.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4.png"/><Relationship Id="rId1" Type="http://schemas.openxmlformats.org/officeDocument/2006/relationships/tags" Target="../tags/tag60.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5.png"/><Relationship Id="rId1" Type="http://schemas.openxmlformats.org/officeDocument/2006/relationships/tags" Target="../tags/tag6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98.xml"/><Relationship Id="rId2" Type="http://schemas.openxmlformats.org/officeDocument/2006/relationships/image" Target="../media/image46.png"/><Relationship Id="rId1" Type="http://schemas.openxmlformats.org/officeDocument/2006/relationships/tags" Target="../tags/tag6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20.xml"/><Relationship Id="rId2" Type="http://schemas.openxmlformats.org/officeDocument/2006/relationships/image" Target="../media/image47.png"/><Relationship Id="rId1" Type="http://schemas.openxmlformats.org/officeDocument/2006/relationships/tags" Target="../tags/tag63.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8.png"/><Relationship Id="rId1" Type="http://schemas.openxmlformats.org/officeDocument/2006/relationships/tags" Target="../tags/tag64.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31.xml"/><Relationship Id="rId2" Type="http://schemas.openxmlformats.org/officeDocument/2006/relationships/image" Target="../media/image49.png"/><Relationship Id="rId1" Type="http://schemas.openxmlformats.org/officeDocument/2006/relationships/tags" Target="../tags/tag65.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0.png"/><Relationship Id="rId1" Type="http://schemas.openxmlformats.org/officeDocument/2006/relationships/tags" Target="../tags/tag66.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image" Target="../media/image9.jpe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tags" Target="../tags/tag6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3.png"/><Relationship Id="rId1" Type="http://schemas.openxmlformats.org/officeDocument/2006/relationships/tags" Target="../tags/tag6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42.xml"/><Relationship Id="rId2" Type="http://schemas.openxmlformats.org/officeDocument/2006/relationships/image" Target="../media/image54.png"/><Relationship Id="rId1" Type="http://schemas.openxmlformats.org/officeDocument/2006/relationships/tags" Target="../tags/tag6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53.xml"/><Relationship Id="rId2" Type="http://schemas.openxmlformats.org/officeDocument/2006/relationships/image" Target="../media/image55.png"/><Relationship Id="rId1" Type="http://schemas.openxmlformats.org/officeDocument/2006/relationships/tags" Target="../tags/tag70.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6.png"/><Relationship Id="rId1" Type="http://schemas.openxmlformats.org/officeDocument/2006/relationships/tags" Target="../tags/tag71.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64.xml"/><Relationship Id="rId2" Type="http://schemas.openxmlformats.org/officeDocument/2006/relationships/image" Target="../media/image57.png"/><Relationship Id="rId1" Type="http://schemas.openxmlformats.org/officeDocument/2006/relationships/tags" Target="../tags/tag7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8.png"/><Relationship Id="rId1" Type="http://schemas.openxmlformats.org/officeDocument/2006/relationships/tags" Target="../tags/tag73.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75.xml"/><Relationship Id="rId2" Type="http://schemas.openxmlformats.org/officeDocument/2006/relationships/image" Target="../media/image59.png"/><Relationship Id="rId1" Type="http://schemas.openxmlformats.org/officeDocument/2006/relationships/tags" Target="../tags/tag74.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tags" Target="../tags/tag75.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86.xml"/><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tags" Target="../tags/tag76.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tags" Target="../tags/tag77.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97.xml"/><Relationship Id="rId3" Type="http://schemas.openxmlformats.org/officeDocument/2006/relationships/image" Target="../media/image65.png"/><Relationship Id="rId2" Type="http://schemas.openxmlformats.org/officeDocument/2006/relationships/image" Target="../media/image63.png"/><Relationship Id="rId1" Type="http://schemas.openxmlformats.org/officeDocument/2006/relationships/tags" Target="../tags/tag78.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6.png"/><Relationship Id="rId1" Type="http://schemas.openxmlformats.org/officeDocument/2006/relationships/tags" Target="../tags/tag79.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7.png"/><Relationship Id="rId1" Type="http://schemas.openxmlformats.org/officeDocument/2006/relationships/tags" Target="../tags/tag8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8.png"/><Relationship Id="rId1" Type="http://schemas.openxmlformats.org/officeDocument/2006/relationships/tags" Target="../tags/tag81.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8.png"/><Relationship Id="rId1" Type="http://schemas.openxmlformats.org/officeDocument/2006/relationships/tags" Target="../tags/tag8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9.png"/><Relationship Id="rId1" Type="http://schemas.openxmlformats.org/officeDocument/2006/relationships/tags" Target="../tags/tag83.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70.png"/><Relationship Id="rId1" Type="http://schemas.openxmlformats.org/officeDocument/2006/relationships/tags" Target="../tags/tag84.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71.png"/><Relationship Id="rId1" Type="http://schemas.openxmlformats.org/officeDocument/2006/relationships/tags" Target="../tags/tag85.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2.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64.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0.xml"/><Relationship Id="rId6" Type="http://schemas.openxmlformats.org/officeDocument/2006/relationships/image" Target="../media/image78.jpeg"/><Relationship Id="rId5" Type="http://schemas.openxmlformats.org/officeDocument/2006/relationships/image" Target="../media/image77.png"/><Relationship Id="rId4" Type="http://schemas.openxmlformats.org/officeDocument/2006/relationships/image" Target="../media/image76.jpeg"/><Relationship Id="rId3" Type="http://schemas.openxmlformats.org/officeDocument/2006/relationships/image" Target="../media/image75.jpeg"/><Relationship Id="rId2" Type="http://schemas.openxmlformats.org/officeDocument/2006/relationships/image" Target="../media/image74.png"/><Relationship Id="rId1" Type="http://schemas.openxmlformats.org/officeDocument/2006/relationships/image" Target="../media/image73.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2.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80.png"/><Relationship Id="rId1" Type="http://schemas.openxmlformats.org/officeDocument/2006/relationships/image" Target="../media/image7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1.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3.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85.png"/><Relationship Id="rId1" Type="http://schemas.openxmlformats.org/officeDocument/2006/relationships/image" Target="../media/image84.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6.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88.png"/><Relationship Id="rId1" Type="http://schemas.openxmlformats.org/officeDocument/2006/relationships/image" Target="../media/image87.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90.png"/><Relationship Id="rId1" Type="http://schemas.openxmlformats.org/officeDocument/2006/relationships/image" Target="../media/image89.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1.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2.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3.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9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8.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9.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1.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91.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4" Type="http://schemas.openxmlformats.org/officeDocument/2006/relationships/slideLayout" Target="../slideLayouts/slideLayout10.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9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3" Type="http://schemas.openxmlformats.org/officeDocument/2006/relationships/slideLayout" Target="../slideLayouts/slideLayout10.xml"/><Relationship Id="rId22" Type="http://schemas.openxmlformats.org/officeDocument/2006/relationships/tags" Target="../tags/tag120.xml"/><Relationship Id="rId21" Type="http://schemas.openxmlformats.org/officeDocument/2006/relationships/tags" Target="../tags/tag119.xml"/><Relationship Id="rId20" Type="http://schemas.openxmlformats.org/officeDocument/2006/relationships/tags" Target="../tags/tag118.xml"/><Relationship Id="rId2" Type="http://schemas.openxmlformats.org/officeDocument/2006/relationships/tags" Target="../tags/tag100.xml"/><Relationship Id="rId19" Type="http://schemas.openxmlformats.org/officeDocument/2006/relationships/tags" Target="../tags/tag117.xml"/><Relationship Id="rId18" Type="http://schemas.openxmlformats.org/officeDocument/2006/relationships/tags" Target="../tags/tag116.xml"/><Relationship Id="rId17" Type="http://schemas.openxmlformats.org/officeDocument/2006/relationships/tags" Target="../tags/tag115.xml"/><Relationship Id="rId16" Type="http://schemas.openxmlformats.org/officeDocument/2006/relationships/tags" Target="../tags/tag114.xml"/><Relationship Id="rId15" Type="http://schemas.openxmlformats.org/officeDocument/2006/relationships/tags" Target="../tags/tag113.xml"/><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99.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03.png"/><Relationship Id="rId1" Type="http://schemas.openxmlformats.org/officeDocument/2006/relationships/image" Target="../media/image10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05.png"/><Relationship Id="rId1" Type="http://schemas.openxmlformats.org/officeDocument/2006/relationships/image" Target="../media/image104.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6.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2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7.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09.png"/><Relationship Id="rId1" Type="http://schemas.openxmlformats.org/officeDocument/2006/relationships/image" Target="../media/image108.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08.xml"/><Relationship Id="rId1" Type="http://schemas.openxmlformats.org/officeDocument/2006/relationships/image" Target="../media/image109.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10.png"/><Relationship Id="rId1" Type="http://schemas.openxmlformats.org/officeDocument/2006/relationships/tags" Target="../tags/tag12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30680" y="1773555"/>
            <a:ext cx="8716010" cy="768350"/>
          </a:xfrm>
          <a:prstGeom prst="rect">
            <a:avLst/>
          </a:prstGeom>
          <a:noFill/>
        </p:spPr>
        <p:txBody>
          <a:bodyPr wrap="square" rtlCol="0" anchor="t">
            <a:spAutoFit/>
          </a:bodyPr>
          <a:p>
            <a:r>
              <a:rPr sz="440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第</a:t>
            </a:r>
            <a:r>
              <a:rPr lang="en-US" altLang="zh-CN" sz="440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1</a:t>
            </a:r>
            <a:r>
              <a:rPr sz="440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章</a:t>
            </a:r>
            <a:r>
              <a:rPr lang="en-US" altLang="zh-CN" sz="440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 </a:t>
            </a:r>
            <a:r>
              <a:rPr sz="440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移动应用开发技术基础入门</a:t>
            </a:r>
            <a:endParaRPr lang="zh-CN" altLang="en-US" sz="4400" dirty="0" smtClean="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3" name="文本框 2"/>
          <p:cNvSpPr txBox="1"/>
          <p:nvPr/>
        </p:nvSpPr>
        <p:spPr>
          <a:xfrm>
            <a:off x="2854960" y="2925445"/>
            <a:ext cx="6096000" cy="941070"/>
          </a:xfrm>
          <a:prstGeom prst="rect">
            <a:avLst/>
          </a:prstGeom>
          <a:noFill/>
        </p:spPr>
        <p:txBody>
          <a:bodyPr wrap="square" rtlCol="0" anchor="t">
            <a:spAutoFit/>
          </a:bodyPr>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 </a:t>
            </a:r>
            <a:r>
              <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a:t>
            </a: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 刘俊男</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a:p>
            <a:pPr algn="ctr" defTabSz="685800">
              <a:spcBef>
                <a:spcPts val="1950"/>
              </a:spcBef>
            </a:pPr>
            <a:r>
              <a:rPr lang="en-US" altLang="zh-CN" sz="1800"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2025</a:t>
            </a:r>
            <a:r>
              <a:rPr lang="zh-CN" altLang="en-US" sz="1800"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年</a:t>
            </a:r>
            <a:r>
              <a:rPr lang="en-US" altLang="zh-CN" sz="1800"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2</a:t>
            </a:r>
            <a:r>
              <a:rPr lang="zh-CN" altLang="en-US" sz="1800"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月</a:t>
            </a:r>
            <a:r>
              <a:rPr lang="en-US" altLang="zh-CN" sz="1800"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18</a:t>
            </a:r>
            <a:r>
              <a:rPr lang="zh-CN" altLang="en-US" sz="1800"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日</a:t>
            </a:r>
            <a:endParaRPr lang="zh-CN" altLang="en-US" sz="1800" dirty="0" smtClean="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2566814" y="1917626"/>
            <a:ext cx="7632848" cy="688075"/>
            <a:chOff x="978872" y="1800500"/>
            <a:chExt cx="5509329" cy="515937"/>
          </a:xfrm>
        </p:grpSpPr>
        <p:sp>
          <p:nvSpPr>
            <p:cNvPr id="81" name="Pentagon 3"/>
            <p:cNvSpPr/>
            <p:nvPr/>
          </p:nvSpPr>
          <p:spPr bwMode="auto">
            <a:xfrm>
              <a:off x="978872" y="1800500"/>
              <a:ext cx="5509329"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了解</a:t>
              </a:r>
              <a:r>
                <a:rPr lang="en-US" altLang="zh-CN"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1G~5G</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的通信技术</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，能够说出</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1G~5G</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技术的发展内容</a:t>
              </a:r>
              <a:endParaRPr lang="en-GB"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2566814" y="2787908"/>
            <a:ext cx="7632848" cy="685959"/>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0075CC"/>
                  </a:solidFill>
                  <a:latin typeface="微软雅黑" panose="020B0503020204020204" pitchFamily="34" charset="-122"/>
                  <a:ea typeface="微软雅黑" panose="020B0503020204020204" pitchFamily="34" charset="-122"/>
                  <a:cs typeface="+mn-ea"/>
                  <a:sym typeface="Arial" panose="020B0604020202020204" pitchFamily="34" charset="0"/>
                </a:rPr>
                <a:t>DevEco Studio</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开发环境的搭建</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步骤，能够独立搭建</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a:p>
              <a:pPr>
                <a:lnSpc>
                  <a:spcPct val="120000"/>
                </a:lnSpc>
                <a:defRPr/>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Harmony</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开发环境</a:t>
              </a:r>
              <a:endParaRPr lang="en-GB"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2566814" y="3656074"/>
            <a:ext cx="8130540" cy="688340"/>
            <a:chOff x="978872" y="3338787"/>
            <a:chExt cx="5791582" cy="516135"/>
          </a:xfrm>
        </p:grpSpPr>
        <p:sp>
          <p:nvSpPr>
            <p:cNvPr id="87" name="Pentagon 6"/>
            <p:cNvSpPr/>
            <p:nvPr/>
          </p:nvSpPr>
          <p:spPr bwMode="auto">
            <a:xfrm>
              <a:off x="978872" y="3338787"/>
              <a:ext cx="5791582" cy="516135"/>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掌握编写简单</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程序的步骤，能够</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编写一个</a:t>
              </a:r>
              <a:r>
                <a:rPr lang="en-US" altLang="zh-CN"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Hello</a:t>
              </a:r>
              <a:endParaRPr lang="en-US" altLang="zh-CN"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a:p>
              <a:pPr>
                <a:lnSpc>
                  <a:spcPct val="120000"/>
                </a:lnSpc>
                <a:defRPr/>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en-US" altLang="zh-CN"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World</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程序</a:t>
              </a:r>
              <a:endParaRPr lang="en-GB"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9" name="组合 88"/>
          <p:cNvGrpSpPr/>
          <p:nvPr/>
        </p:nvGrpSpPr>
        <p:grpSpPr>
          <a:xfrm>
            <a:off x="2566814" y="4526358"/>
            <a:ext cx="7632848" cy="685959"/>
            <a:chOff x="978872" y="4108725"/>
            <a:chExt cx="5437064" cy="514350"/>
          </a:xfrm>
        </p:grpSpPr>
        <p:sp>
          <p:nvSpPr>
            <p:cNvPr id="90" name="Pentagon 7"/>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资源的管理与使用</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方式，能够灵活使用程序中的资源</a:t>
              </a:r>
              <a:endParaRPr lang="en-GB"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91" name="MH_Others_1"/>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9" name="组合 18"/>
          <p:cNvGrpSpPr/>
          <p:nvPr/>
        </p:nvGrpSpPr>
        <p:grpSpPr>
          <a:xfrm>
            <a:off x="2566814" y="5408131"/>
            <a:ext cx="7632848" cy="685959"/>
            <a:chOff x="978872" y="4108725"/>
            <a:chExt cx="5437064" cy="514350"/>
          </a:xfrm>
        </p:grpSpPr>
        <p:sp>
          <p:nvSpPr>
            <p:cNvPr id="20" name="Pentagon 7"/>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单元测试与</a:t>
              </a:r>
              <a:r>
                <a:rPr lang="en-US" altLang="zh-CN"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Logcat</a:t>
              </a:r>
              <a:r>
                <a:rPr lang="zh-CN" altLang="en-US" sz="2000" dirty="0">
                  <a:solidFill>
                    <a:srgbClr val="0075CC"/>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，能够完成对程序的调试</a:t>
              </a:r>
              <a:endParaRPr lang="en-GB"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1" name="MH_Others_1"/>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982345" y="1413510"/>
            <a:ext cx="1028065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0075CC"/>
                </a:solidFill>
                <a:latin typeface="微软雅黑" panose="020B0503020204020204" pitchFamily="34" charset="-122"/>
                <a:ea typeface="微软雅黑" panose="020B0503020204020204" pitchFamily="34" charset="-122"/>
                <a:sym typeface="+mn-ea"/>
              </a:rPr>
              <a:t>Harmony与Android</a:t>
            </a:r>
            <a:r>
              <a:rPr lang="zh-CN" altLang="en-US" sz="2000" dirty="0">
                <a:solidFill>
                  <a:srgbClr val="595959"/>
                </a:solidFill>
                <a:latin typeface="微软雅黑" panose="020B0503020204020204" pitchFamily="34" charset="-122"/>
                <a:ea typeface="微软雅黑" panose="020B0503020204020204" pitchFamily="34" charset="-122"/>
              </a:rPr>
              <a:t>是基于LiteOS与</a:t>
            </a:r>
            <a:r>
              <a:rPr lang="en-US" altLang="zh-CN" sz="2000" dirty="0">
                <a:solidFill>
                  <a:srgbClr val="595959"/>
                </a:solidFill>
                <a:latin typeface="微软雅黑" panose="020B0503020204020204" pitchFamily="34" charset="-122"/>
                <a:ea typeface="微软雅黑" panose="020B0503020204020204" pitchFamily="34" charset="-122"/>
              </a:rPr>
              <a:t>Linux</a:t>
            </a:r>
            <a:r>
              <a:rPr lang="zh-CN" altLang="en-US" sz="2000" dirty="0">
                <a:solidFill>
                  <a:srgbClr val="595959"/>
                </a:solidFill>
                <a:latin typeface="微软雅黑" panose="020B0503020204020204" pitchFamily="34" charset="-122"/>
                <a:ea typeface="微软雅黑" panose="020B0503020204020204" pitchFamily="34" charset="-122"/>
              </a:rPr>
              <a:t>平台开发的手机及平板电脑的操作系统，它们自问世以来，受到了前所未有的关注，并迅速</a:t>
            </a:r>
            <a:r>
              <a:rPr lang="zh-CN" altLang="en-US" sz="2000" dirty="0">
                <a:solidFill>
                  <a:srgbClr val="0075CC"/>
                </a:solidFill>
                <a:latin typeface="微软雅黑" panose="020B0503020204020204" pitchFamily="34" charset="-122"/>
                <a:ea typeface="微软雅黑" panose="020B0503020204020204" pitchFamily="34" charset="-122"/>
              </a:rPr>
              <a:t>成为</a:t>
            </a:r>
            <a:r>
              <a:rPr lang="zh-CN" altLang="en-US" sz="2000" dirty="0">
                <a:solidFill>
                  <a:srgbClr val="0075CC"/>
                </a:solidFill>
                <a:latin typeface="微软雅黑" panose="020B0503020204020204" pitchFamily="34" charset="-122"/>
                <a:ea typeface="微软雅黑" panose="020B0503020204020204" pitchFamily="34" charset="-122"/>
              </a:rPr>
              <a:t>国内外移动平台最受欢迎的操作系统</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Harmony与Android</a:t>
            </a:r>
            <a:r>
              <a:rPr lang="zh-CN" altLang="en-US" sz="2000" dirty="0">
                <a:solidFill>
                  <a:srgbClr val="595959"/>
                </a:solidFill>
                <a:latin typeface="微软雅黑" panose="020B0503020204020204" pitchFamily="34" charset="-122"/>
                <a:ea typeface="微软雅黑" panose="020B0503020204020204" pitchFamily="34" charset="-122"/>
              </a:rPr>
              <a:t>手机随处可见，如果能加入</a:t>
            </a:r>
            <a:r>
              <a:rPr lang="en-US" altLang="zh-CN" sz="2000" dirty="0">
                <a:solidFill>
                  <a:srgbClr val="595959"/>
                </a:solidFill>
                <a:latin typeface="微软雅黑" panose="020B0503020204020204" pitchFamily="34" charset="-122"/>
                <a:ea typeface="微软雅黑" panose="020B0503020204020204" pitchFamily="34" charset="-122"/>
              </a:rPr>
              <a:t>Harmony与Android</a:t>
            </a:r>
            <a:r>
              <a:rPr lang="zh-CN" altLang="en-US" sz="2000" dirty="0">
                <a:solidFill>
                  <a:srgbClr val="595959"/>
                </a:solidFill>
                <a:latin typeface="微软雅黑" panose="020B0503020204020204" pitchFamily="34" charset="-122"/>
                <a:ea typeface="微软雅黑" panose="020B0503020204020204" pitchFamily="34" charset="-122"/>
              </a:rPr>
              <a:t>开发者行列，编写自己的应用程序供别人使用，想必是件诱人的事情。那么从今天开始，我们将开启</a:t>
            </a:r>
            <a:r>
              <a:rPr lang="en-US" altLang="zh-CN" sz="2000" dirty="0">
                <a:solidFill>
                  <a:srgbClr val="595959"/>
                </a:solidFill>
                <a:latin typeface="微软雅黑" panose="020B0503020204020204" pitchFamily="34" charset="-122"/>
                <a:ea typeface="微软雅黑" panose="020B0503020204020204" pitchFamily="34" charset="-122"/>
              </a:rPr>
              <a:t>Harmony与Android</a:t>
            </a:r>
            <a:r>
              <a:rPr lang="zh-CN" altLang="en-US" sz="2000" dirty="0">
                <a:solidFill>
                  <a:srgbClr val="595959"/>
                </a:solidFill>
                <a:latin typeface="微软雅黑" panose="020B0503020204020204" pitchFamily="34" charset="-122"/>
                <a:ea typeface="微软雅黑" panose="020B0503020204020204" pitchFamily="34" charset="-122"/>
              </a:rPr>
              <a:t>开发之旅，并逐渐成为一名出色的</a:t>
            </a:r>
            <a:r>
              <a:rPr lang="en-US" altLang="zh-CN" sz="2000" dirty="0">
                <a:solidFill>
                  <a:srgbClr val="595959"/>
                </a:solidFill>
                <a:latin typeface="微软雅黑" panose="020B0503020204020204" pitchFamily="34" charset="-122"/>
                <a:ea typeface="微软雅黑" panose="020B0503020204020204" pitchFamily="34" charset="-122"/>
              </a:rPr>
              <a:t>Harmony与Android</a:t>
            </a:r>
            <a:r>
              <a:rPr lang="zh-CN" altLang="en-US" sz="2000" dirty="0">
                <a:solidFill>
                  <a:srgbClr val="595959"/>
                </a:solidFill>
                <a:latin typeface="微软雅黑" panose="020B0503020204020204" pitchFamily="34" charset="-122"/>
                <a:ea typeface="微软雅黑" panose="020B0503020204020204" pitchFamily="34" charset="-122"/>
              </a:rPr>
              <a:t>开发者。</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4" name="Picture 2" descr="C:\Users\Administrator\Desktop\ppt展示模板-8.png"/>
          <p:cNvPicPr>
            <a:picLocks noChangeAspect="1" noChangeArrowheads="1"/>
          </p:cNvPicPr>
          <p:nvPr/>
        </p:nvPicPr>
        <p:blipFill>
          <a:blip r:embed="rId1"/>
          <a:srcRect/>
          <a:stretch>
            <a:fillRect/>
          </a:stretch>
        </p:blipFill>
        <p:spPr bwMode="auto">
          <a:xfrm>
            <a:off x="3559912" y="3916738"/>
            <a:ext cx="4551518" cy="273843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4252906" y="4292879"/>
            <a:ext cx="3210452" cy="1800200"/>
          </a:xfrm>
          <a:prstGeom prst="rect">
            <a:avLst/>
          </a:prstGeom>
          <a:blipFill>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custDataLst>
              <p:tags r:id="rId1"/>
            </p:custDataLst>
          </p:nvPr>
        </p:nvGrpSpPr>
        <p:grpSpPr>
          <a:xfrm>
            <a:off x="3119265" y="2055708"/>
            <a:ext cx="1192190" cy="613062"/>
            <a:chOff x="2215144" y="982844"/>
            <a:chExt cx="1244730" cy="842780"/>
          </a:xfrm>
        </p:grpSpPr>
        <p:sp>
          <p:nvSpPr>
            <p:cNvPr id="46" name="平行四边形 45"/>
            <p:cNvSpPr/>
            <p:nvPr>
              <p:custDataLst>
                <p:tags r:id="rId2"/>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custDataLst>
                <p:tags r:id="rId3"/>
              </p:custDataLst>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custDataLst>
              <p:tags r:id="rId4"/>
            </p:custDataLst>
          </p:nvPr>
        </p:nvGrpSpPr>
        <p:grpSpPr>
          <a:xfrm>
            <a:off x="3119265" y="2976106"/>
            <a:ext cx="1192190" cy="618406"/>
            <a:chOff x="2215144" y="2026500"/>
            <a:chExt cx="1244730" cy="850129"/>
          </a:xfrm>
        </p:grpSpPr>
        <p:sp>
          <p:nvSpPr>
            <p:cNvPr id="49" name="平行四边形 48"/>
            <p:cNvSpPr/>
            <p:nvPr>
              <p:custDataLst>
                <p:tags r:id="rId5"/>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custDataLst>
                <p:tags r:id="rId6"/>
              </p:custDataLst>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custDataLst>
              <p:tags r:id="rId7"/>
            </p:custDataLst>
          </p:nvPr>
        </p:nvGrpSpPr>
        <p:grpSpPr>
          <a:xfrm>
            <a:off x="3119265" y="3906684"/>
            <a:ext cx="1192190" cy="614525"/>
            <a:chOff x="2215144" y="3084852"/>
            <a:chExt cx="1244730" cy="844793"/>
          </a:xfrm>
        </p:grpSpPr>
        <p:sp>
          <p:nvSpPr>
            <p:cNvPr id="52" name="平行四边形 51"/>
            <p:cNvSpPr/>
            <p:nvPr>
              <p:custDataLst>
                <p:tags r:id="rId8"/>
              </p:custDataLst>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custDataLst>
                <p:tags r:id="rId9"/>
              </p:custDataLst>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custDataLst>
              <p:tags r:id="rId10"/>
            </p:custDataLst>
          </p:nvPr>
        </p:nvGrpSpPr>
        <p:grpSpPr>
          <a:xfrm>
            <a:off x="3119265" y="4832957"/>
            <a:ext cx="1192190" cy="613061"/>
            <a:chOff x="2215144" y="4135856"/>
            <a:chExt cx="1244730" cy="842781"/>
          </a:xfrm>
        </p:grpSpPr>
        <p:sp>
          <p:nvSpPr>
            <p:cNvPr id="55" name="平行四边形 54"/>
            <p:cNvSpPr/>
            <p:nvPr>
              <p:custDataLst>
                <p:tags r:id="rId11"/>
              </p:custDataLst>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custDataLst>
                <p:tags r:id="rId12"/>
              </p:custDataLst>
            </p:nvPr>
          </p:nvSpPr>
          <p:spPr>
            <a:xfrm>
              <a:off x="2393075" y="4169272"/>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custDataLst>
              <p:tags r:id="rId13"/>
            </p:custDataLst>
          </p:nvPr>
        </p:nvGrpSpPr>
        <p:grpSpPr>
          <a:xfrm>
            <a:off x="4024817" y="2033529"/>
            <a:ext cx="5142331" cy="613062"/>
            <a:chOff x="4315150" y="953426"/>
            <a:chExt cx="3857250" cy="540057"/>
          </a:xfrm>
        </p:grpSpPr>
        <p:sp>
          <p:nvSpPr>
            <p:cNvPr id="61" name="矩形 60"/>
            <p:cNvSpPr/>
            <p:nvPr>
              <p:custDataLst>
                <p:tags r:id="rId14"/>
              </p:custDataLst>
            </p:nvPr>
          </p:nvSpPr>
          <p:spPr>
            <a:xfrm>
              <a:off x="4840998" y="1036215"/>
              <a:ext cx="3115080"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Harmony与</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简介</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custDataLst>
                <p:tags r:id="rId15"/>
              </p:custDataLst>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custDataLst>
              <p:tags r:id="rId16"/>
            </p:custDataLst>
          </p:nvPr>
        </p:nvGrpSpPr>
        <p:grpSpPr>
          <a:xfrm>
            <a:off x="4024817" y="2959280"/>
            <a:ext cx="5215255" cy="613062"/>
            <a:chOff x="4315150" y="1647579"/>
            <a:chExt cx="3911950" cy="540057"/>
          </a:xfrm>
        </p:grpSpPr>
        <p:sp>
          <p:nvSpPr>
            <p:cNvPr id="64" name="矩形 63"/>
            <p:cNvSpPr/>
            <p:nvPr>
              <p:custDataLst>
                <p:tags r:id="rId17"/>
              </p:custDataLst>
            </p:nvPr>
          </p:nvSpPr>
          <p:spPr>
            <a:xfrm>
              <a:off x="4463759" y="1730368"/>
              <a:ext cx="3763341"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      </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开发环境搭建</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custDataLst>
                <p:tags r:id="rId18"/>
              </p:custDataLst>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19"/>
            </p:custDataLst>
          </p:nvPr>
        </p:nvGrpSpPr>
        <p:grpSpPr>
          <a:xfrm>
            <a:off x="4024817" y="3885031"/>
            <a:ext cx="5142331" cy="613062"/>
            <a:chOff x="4315150" y="2341731"/>
            <a:chExt cx="3857250" cy="540057"/>
          </a:xfrm>
        </p:grpSpPr>
        <p:sp>
          <p:nvSpPr>
            <p:cNvPr id="67" name="矩形 66"/>
            <p:cNvSpPr/>
            <p:nvPr>
              <p:custDataLst>
                <p:tags r:id="rId20"/>
              </p:custDataLst>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开发</a:t>
              </a:r>
              <a:r>
                <a:rPr lang="zh-CN" altLang="en-US" sz="2000"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第一个</a:t>
              </a:r>
              <a:r>
                <a:rPr lang="zh-CN" altLang="en-US" sz="2000" dirty="0">
                  <a:solidFill>
                    <a:srgbClr val="0075CC"/>
                  </a:solidFill>
                  <a:latin typeface="微软雅黑" panose="020B0503020204020204" pitchFamily="34" charset="-122"/>
                  <a:ea typeface="微软雅黑" panose="020B0503020204020204" pitchFamily="34" charset="-122"/>
                  <a:cs typeface="+mn-ea"/>
                  <a:sym typeface="+mn-ea"/>
                </a:rPr>
                <a:t>OpenHarmony</a:t>
              </a:r>
              <a:r>
                <a:rPr lang="zh-CN" altLang="en-US" sz="2000"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a:t>
              </a:r>
              <a:endParaRPr lang="en-GB" altLang="zh-CN" sz="2000" dirty="0">
                <a:solidFill>
                  <a:srgbClr val="0075CC"/>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custDataLst>
                <p:tags r:id="rId21"/>
              </p:custDataLst>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custDataLst>
              <p:tags r:id="rId22"/>
            </p:custDataLst>
          </p:nvPr>
        </p:nvGrpSpPr>
        <p:grpSpPr>
          <a:xfrm>
            <a:off x="4024817" y="4810782"/>
            <a:ext cx="5142331" cy="613062"/>
            <a:chOff x="4315150" y="3035884"/>
            <a:chExt cx="3857250" cy="540057"/>
          </a:xfrm>
        </p:grpSpPr>
        <p:sp>
          <p:nvSpPr>
            <p:cNvPr id="70" name="矩形 69"/>
            <p:cNvSpPr/>
            <p:nvPr>
              <p:custDataLst>
                <p:tags r:id="rId23"/>
              </p:custDataLst>
            </p:nvPr>
          </p:nvSpPr>
          <p:spPr>
            <a:xfrm>
              <a:off x="4841196" y="3118548"/>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zh-CN" altLang="en-US" sz="2000"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程序结构</a:t>
              </a:r>
              <a:endParaRPr lang="en-GB" altLang="zh-CN" sz="2000" dirty="0">
                <a:solidFill>
                  <a:srgbClr val="0075CC"/>
                </a:solidFill>
                <a:latin typeface="微软雅黑" panose="020B0503020204020204" pitchFamily="34" charset="-122"/>
                <a:ea typeface="微软雅黑" panose="020B0503020204020204" pitchFamily="34" charset="-122"/>
                <a:cs typeface="+mn-ea"/>
                <a:sym typeface="+mn-lt"/>
              </a:endParaRPr>
            </a:p>
          </p:txBody>
        </p:sp>
        <p:sp>
          <p:nvSpPr>
            <p:cNvPr id="71" name="平行四边形 70"/>
            <p:cNvSpPr/>
            <p:nvPr>
              <p:custDataLst>
                <p:tags r:id="rId24"/>
              </p:custDataLst>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2107014"/>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3027412"/>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2084835"/>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资源</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的管理与使用</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3010586"/>
            <a:ext cx="5142331" cy="613062"/>
            <a:chOff x="4315150" y="1647579"/>
            <a:chExt cx="3857250" cy="540057"/>
          </a:xfrm>
        </p:grpSpPr>
        <p:sp>
          <p:nvSpPr>
            <p:cNvPr id="64" name="矩形 63"/>
            <p:cNvSpPr/>
            <p:nvPr/>
          </p:nvSpPr>
          <p:spPr>
            <a:xfrm>
              <a:off x="4841196" y="1730243"/>
              <a:ext cx="2827147" cy="332129"/>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a:t>
              </a:r>
              <a:r>
                <a:rPr lang="zh-CN" altLang="en-US" sz="2000"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调试</a:t>
              </a:r>
              <a:endParaRPr lang="en-GB" altLang="zh-CN" sz="2000" dirty="0">
                <a:solidFill>
                  <a:srgbClr val="0075CC"/>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移动应用开发</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技术简介</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  Harmony与Android</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
          <a:stretch>
            <a:fillRect/>
          </a:stretch>
        </p:blipFill>
        <p:spPr>
          <a:xfrm>
            <a:off x="944880" y="2014937"/>
            <a:ext cx="2797810" cy="3898265"/>
          </a:xfrm>
          <a:prstGeom prst="rect">
            <a:avLst/>
          </a:prstGeom>
        </p:spPr>
      </p:pic>
      <p:sp>
        <p:nvSpPr>
          <p:cNvPr id="7" name="椭圆形标注 12"/>
          <p:cNvSpPr/>
          <p:nvPr/>
        </p:nvSpPr>
        <p:spPr>
          <a:xfrm>
            <a:off x="2968625" y="1359617"/>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8" name="TextBox 35"/>
          <p:cNvSpPr txBox="1">
            <a:spLocks noChangeArrowheads="1"/>
          </p:cNvSpPr>
          <p:nvPr/>
        </p:nvSpPr>
        <p:spPr bwMode="auto">
          <a:xfrm>
            <a:off x="3247390" y="1437722"/>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5739363" y="2277666"/>
            <a:ext cx="4983480"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了解</a:t>
            </a:r>
            <a:r>
              <a:rPr lang="en-US" altLang="zh-CN" sz="1800" dirty="0">
                <a:solidFill>
                  <a:srgbClr val="0075CC"/>
                </a:solidFill>
                <a:latin typeface="微软雅黑" panose="020B0503020204020204" pitchFamily="34" charset="-122"/>
                <a:ea typeface="微软雅黑" panose="020B0503020204020204" pitchFamily="34" charset="-122"/>
              </a:rPr>
              <a:t>1G~5G</a:t>
            </a:r>
            <a:r>
              <a:rPr lang="zh-CN" altLang="en-US" sz="1800" dirty="0">
                <a:solidFill>
                  <a:srgbClr val="0075CC"/>
                </a:solidFill>
                <a:latin typeface="微软雅黑" panose="020B0503020204020204" pitchFamily="34" charset="-122"/>
                <a:ea typeface="微软雅黑" panose="020B0503020204020204" pitchFamily="34" charset="-122"/>
              </a:rPr>
              <a:t>的通信技术</a:t>
            </a:r>
            <a:r>
              <a:rPr lang="zh-CN" altLang="en-US" sz="1800" dirty="0">
                <a:solidFill>
                  <a:srgbClr val="595959"/>
                </a:solidFill>
                <a:latin typeface="微软雅黑" panose="020B0503020204020204" pitchFamily="34" charset="-122"/>
                <a:ea typeface="微软雅黑" panose="020B0503020204020204" pitchFamily="34" charset="-122"/>
              </a:rPr>
              <a:t>，能够说出</a:t>
            </a:r>
            <a:r>
              <a:rPr lang="en-US" altLang="zh-CN" sz="1800" dirty="0">
                <a:solidFill>
                  <a:srgbClr val="595959"/>
                </a:solidFill>
                <a:latin typeface="微软雅黑" panose="020B0503020204020204" pitchFamily="34" charset="-122"/>
                <a:ea typeface="微软雅黑" panose="020B0503020204020204" pitchFamily="34" charset="-122"/>
              </a:rPr>
              <a:t>1G~5G</a:t>
            </a:r>
            <a:r>
              <a:rPr lang="zh-CN" altLang="en-US" sz="1800" dirty="0">
                <a:solidFill>
                  <a:srgbClr val="595959"/>
                </a:solidFill>
                <a:latin typeface="微软雅黑" panose="020B0503020204020204" pitchFamily="34" charset="-122"/>
                <a:ea typeface="微软雅黑" panose="020B0503020204020204" pitchFamily="34" charset="-122"/>
              </a:rPr>
              <a:t>技术的发展内容</a:t>
            </a: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nvSpPr>
        <p:spPr bwMode="auto">
          <a:xfrm>
            <a:off x="5768975" y="3203575"/>
            <a:ext cx="6039485"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了解</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en-US" altLang="zh-CN" sz="1800" dirty="0">
                <a:solidFill>
                  <a:srgbClr val="1369B2"/>
                </a:solidFill>
                <a:latin typeface="微软雅黑" panose="020B0503020204020204" pitchFamily="34" charset="-122"/>
                <a:ea typeface="微软雅黑" panose="020B0503020204020204" pitchFamily="34" charset="-122"/>
              </a:rPr>
              <a:t>与Android</a:t>
            </a:r>
            <a:r>
              <a:rPr lang="zh-CN" altLang="en-US" sz="1800" dirty="0">
                <a:solidFill>
                  <a:srgbClr val="1369B2"/>
                </a:solidFill>
                <a:latin typeface="微软雅黑" panose="020B0503020204020204" pitchFamily="34" charset="-122"/>
                <a:ea typeface="微软雅黑" panose="020B0503020204020204" pitchFamily="34" charset="-122"/>
              </a:rPr>
              <a:t>的发展历史，</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能够说出</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与Android</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各版本对应的系统名称和图标</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303118" y="2408325"/>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椭圆 12"/>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grpSp>
        <p:nvGrpSpPr>
          <p:cNvPr id="14" name="组合 13"/>
          <p:cNvGrpSpPr/>
          <p:nvPr/>
        </p:nvGrpSpPr>
        <p:grpSpPr>
          <a:xfrm>
            <a:off x="5303118" y="333433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17" name="TextBox 35"/>
          <p:cNvSpPr txBox="1">
            <a:spLocks noChangeArrowheads="1"/>
          </p:cNvSpPr>
          <p:nvPr/>
        </p:nvSpPr>
        <p:spPr bwMode="auto">
          <a:xfrm>
            <a:off x="5739363" y="4159854"/>
            <a:ext cx="498348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了解</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zh-CN" altLang="en-US" sz="1800" dirty="0">
                <a:solidFill>
                  <a:srgbClr val="0075CC"/>
                </a:solidFill>
                <a:latin typeface="微软雅黑" panose="020B0503020204020204" pitchFamily="34" charset="-122"/>
                <a:ea typeface="微软雅黑" panose="020B0503020204020204" pitchFamily="34" charset="-122"/>
              </a:rPr>
              <a:t>的体系结构</a:t>
            </a:r>
            <a:r>
              <a:rPr lang="zh-CN" altLang="en-US" sz="1800" dirty="0">
                <a:solidFill>
                  <a:srgbClr val="595959"/>
                </a:solidFill>
                <a:latin typeface="微软雅黑" panose="020B0503020204020204" pitchFamily="34" charset="-122"/>
                <a:ea typeface="微软雅黑" panose="020B0503020204020204" pitchFamily="34" charset="-122"/>
              </a:rPr>
              <a:t>，能够说出</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OpenHarmony</a:t>
            </a:r>
            <a:r>
              <a:rPr lang="zh-CN" altLang="en-US" sz="1800" dirty="0">
                <a:solidFill>
                  <a:srgbClr val="595959"/>
                </a:solidFill>
                <a:latin typeface="微软雅黑" panose="020B0503020204020204" pitchFamily="34" charset="-122"/>
                <a:ea typeface="微软雅黑" panose="020B0503020204020204" pitchFamily="34" charset="-122"/>
              </a:rPr>
              <a:t>系统的</a:t>
            </a:r>
            <a:r>
              <a:rPr lang="en-US" altLang="zh-CN" sz="1800" dirty="0">
                <a:solidFill>
                  <a:srgbClr val="595959"/>
                </a:solidFill>
                <a:latin typeface="微软雅黑" panose="020B0503020204020204" pitchFamily="34" charset="-122"/>
                <a:ea typeface="微软雅黑" panose="020B0503020204020204" pitchFamily="34" charset="-122"/>
              </a:rPr>
              <a:t>4</a:t>
            </a:r>
            <a:r>
              <a:rPr lang="zh-CN" altLang="en-US" sz="1800" dirty="0">
                <a:solidFill>
                  <a:srgbClr val="595959"/>
                </a:solidFill>
                <a:latin typeface="微软雅黑" panose="020B0503020204020204" pitchFamily="34" charset="-122"/>
                <a:ea typeface="微软雅黑" panose="020B0503020204020204" pitchFamily="34" charset="-122"/>
              </a:rPr>
              <a:t>种分层结构</a:t>
            </a:r>
            <a:endParaRPr lang="zh-CN" altLang="en-US" sz="1800" dirty="0">
              <a:solidFill>
                <a:srgbClr val="595959"/>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5303118" y="4290513"/>
            <a:ext cx="405130" cy="405130"/>
            <a:chOff x="8881" y="4685"/>
            <a:chExt cx="638" cy="638"/>
          </a:xfrm>
        </p:grpSpPr>
        <p:sp>
          <p:nvSpPr>
            <p:cNvPr id="19" name="椭圆 18"/>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椭圆 19"/>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21" name="TextBox 35"/>
          <p:cNvSpPr txBox="1">
            <a:spLocks noChangeArrowheads="1"/>
          </p:cNvSpPr>
          <p:nvPr/>
        </p:nvSpPr>
        <p:spPr bwMode="auto">
          <a:xfrm>
            <a:off x="5769111" y="5067979"/>
            <a:ext cx="498348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了解</a:t>
            </a:r>
            <a:r>
              <a:rPr lang="zh-CN" altLang="en-US" sz="1800" dirty="0">
                <a:solidFill>
                  <a:srgbClr val="0075CC"/>
                </a:solidFill>
                <a:latin typeface="微软雅黑" panose="020B0503020204020204" pitchFamily="34" charset="-122"/>
                <a:ea typeface="微软雅黑" panose="020B0503020204020204" pitchFamily="34" charset="-122"/>
              </a:rPr>
              <a:t>虚拟机</a:t>
            </a:r>
            <a:r>
              <a:rPr lang="zh-CN" altLang="en-US" sz="1800" dirty="0">
                <a:solidFill>
                  <a:srgbClr val="595959"/>
                </a:solidFill>
                <a:latin typeface="微软雅黑" panose="020B0503020204020204" pitchFamily="34" charset="-122"/>
                <a:ea typeface="微软雅黑" panose="020B0503020204020204" pitchFamily="34" charset="-122"/>
              </a:rPr>
              <a:t>，能够说出虚拟机编译文件的过程</a:t>
            </a:r>
            <a:endParaRPr lang="zh-CN" altLang="en-US" sz="1800" dirty="0">
              <a:solidFill>
                <a:srgbClr val="595959"/>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5332866" y="5198638"/>
            <a:ext cx="405130" cy="405130"/>
            <a:chOff x="8881" y="4685"/>
            <a:chExt cx="638" cy="638"/>
          </a:xfrm>
        </p:grpSpPr>
        <p:sp>
          <p:nvSpPr>
            <p:cNvPr id="23" name="椭圆 22"/>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4" name="椭圆 23"/>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632954" y="1125538"/>
            <a:ext cx="9286788" cy="455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200000"/>
              </a:lnSpc>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第一代通信技术（</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1G</a:t>
            </a: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是指最初的模拟、仅限语音的蜂窝电话标准。</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第二代通信技术（</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2G</a:t>
            </a: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是指第</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代移动通信技术，代表为</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GSM</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，以数字语音传输技术为核心。传输速度</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9.6k/s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第三代通信技术（</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3G</a:t>
            </a: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是指将无线通信与国际互联网等多媒体通信结合的新一代移动通信系统。</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3G</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通信网在室内、室外和行车的环境中能够分别支持至少</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2M/s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384K/s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以及</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144K/s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的传输速度。</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第四代通信技术（</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4G</a:t>
            </a: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又称</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IMT-Advanced</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技术，它包括了</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TD-LTE </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和 </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FDD-LTE</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4G</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通信网最高甚至可以达到</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100M/s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的传输速度。</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200000"/>
              </a:lnSpc>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第五代通信技术（</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5G</a:t>
            </a: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传输速度</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可达</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20Gbps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pic>
        <p:nvPicPr>
          <p:cNvPr id="3" name="Picture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03964" y="1125538"/>
            <a:ext cx="363537"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365" y="1844799"/>
            <a:ext cx="4032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365" y="2637706"/>
            <a:ext cx="414337"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4" descr="C:\Users\Administrator\Desktop\41b24a6c82c29d411ef33d60270f795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165" y="4005858"/>
            <a:ext cx="976313"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1.1.1  </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通信技术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10" name="Picture 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68037" y="4941962"/>
            <a:ext cx="3270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2712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Harmony与Android</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发展历史</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5" name="内容占位符 2"/>
          <p:cNvSpPr txBox="1"/>
          <p:nvPr/>
        </p:nvSpPr>
        <p:spPr bwMode="auto">
          <a:xfrm>
            <a:off x="838622" y="1197546"/>
            <a:ext cx="10297144"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lvl="1" indent="0" fontAlgn="auto">
              <a:lnSpc>
                <a:spcPct val="150000"/>
              </a:lnSpc>
              <a:spcBef>
                <a:spcPct val="20000"/>
              </a:spcBef>
              <a:spcAft>
                <a:spcPts val="0"/>
              </a:spcAft>
              <a:defRPr/>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Android</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操作系统最初是由</a:t>
            </a:r>
            <a:r>
              <a:rPr lang="zh-CN" altLang="zh-CN" sz="2000" dirty="0">
                <a:solidFill>
                  <a:srgbClr val="0075CC"/>
                </a:solidFill>
                <a:latin typeface="微软雅黑" panose="020B0503020204020204" pitchFamily="34" charset="-122"/>
                <a:ea typeface="微软雅黑" panose="020B0503020204020204" pitchFamily="34" charset="-122"/>
              </a:rPr>
              <a:t>安迪·</a:t>
            </a:r>
            <a:r>
              <a:rPr lang="zh-CN" altLang="en-US" sz="2000" dirty="0">
                <a:solidFill>
                  <a:srgbClr val="0075CC"/>
                </a:solidFill>
                <a:latin typeface="微软雅黑" panose="020B0503020204020204" pitchFamily="34" charset="-122"/>
                <a:ea typeface="微软雅黑" panose="020B0503020204020204" pitchFamily="34" charset="-122"/>
              </a:rPr>
              <a:t>鲁宾</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Andy Rubin</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）开发出的，</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后来</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被</a:t>
            </a:r>
            <a:r>
              <a:rPr lang="en-US" altLang="zh-CN" sz="2000" dirty="0">
                <a:solidFill>
                  <a:srgbClr val="0075CC"/>
                </a:solidFill>
                <a:latin typeface="微软雅黑" panose="020B0503020204020204" pitchFamily="34" charset="-122"/>
                <a:ea typeface="微软雅黑" panose="020B0503020204020204" pitchFamily="34" charset="-122"/>
              </a:rPr>
              <a:t>Google</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收购，并于</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2007</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11</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月</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5</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日正式向外界展示了这</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款系统。</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随后</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Google</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以</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Apache</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开源许可证的授权方式，发布了</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Android</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操作系统的</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源代码。</a:t>
            </a:r>
            <a:endPar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pic>
        <p:nvPicPr>
          <p:cNvPr id="26" name="Picture 12" descr="C:\Users\Administrator\Desktop\1ad5ad6eddc451daf5225d8cb6fd5266d116328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39226" y="3069754"/>
            <a:ext cx="176212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nvSpPr>
        <p:spPr>
          <a:xfrm>
            <a:off x="1416462" y="4226584"/>
            <a:ext cx="8350695" cy="2045335"/>
          </a:xfrm>
          <a:prstGeom prst="rect">
            <a:avLst/>
          </a:prstGeom>
          <a:noFill/>
        </p:spPr>
        <p:txBody>
          <a:bodyPr wrap="square" rtlCol="0" anchor="t">
            <a:spAutoFit/>
          </a:bodyPr>
          <a:p>
            <a:pPr>
              <a:lnSpc>
                <a:spcPct val="120000"/>
              </a:lnSpc>
              <a:spcAft>
                <a:spcPct val="0"/>
              </a:spcAft>
              <a:buClr>
                <a:srgbClr val="292929"/>
              </a:buClr>
            </a:pPr>
            <a:endPar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nSpc>
                <a:spcPct val="120000"/>
              </a:lnSpc>
              <a:spcAft>
                <a:spcPct val="0"/>
              </a:spcAft>
              <a:buClr>
                <a:srgbClr val="292929"/>
              </a:buClr>
            </a:pPr>
            <a:r>
              <a:rPr lang="zh-CN" altLang="en-US" sz="16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开源鸿蒙是鸿蒙操作系统的开源项目，由开放原子开源基金会运作，华为是OpenHarmony项目的主要贡献者，也是项目的支持者和使用者。</a:t>
            </a:r>
            <a:r>
              <a:rPr lang="zh-CN" altLang="en-US" sz="16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一个智能终端设备操作系统的框架和平台，实现不同设备之间的互联互通和数据共享，旨在促进万物互联产业的繁荣发展。</a:t>
            </a:r>
            <a:endParaRPr lang="zh-CN" altLang="en-US" sz="16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nSpc>
                <a:spcPct val="120000"/>
              </a:lnSpc>
              <a:spcAft>
                <a:spcPct val="0"/>
              </a:spcAft>
              <a:buClr>
                <a:srgbClr val="292929"/>
              </a:buClr>
            </a:pPr>
            <a:r>
              <a:rPr lang="zh-CN" altLang="en-US" sz="16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开源四年多来，开源鸿蒙已汇聚8100多名贡献者和70多家单位持续共建，项目代码量累计超过1.2亿行。目前，以开源鸿蒙为底座的生态设备突破10亿。</a:t>
            </a:r>
            <a:endParaRPr lang="zh-CN" altLang="en-US" sz="16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nSpc>
                <a:spcPct val="120000"/>
              </a:lnSpc>
              <a:spcAft>
                <a:spcPct val="0"/>
              </a:spcAft>
              <a:buClr>
                <a:srgbClr val="292929"/>
              </a:buClr>
            </a:pPr>
            <a:endParaRPr lang="zh-CN" altLang="en-US" sz="16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pic>
        <p:nvPicPr>
          <p:cNvPr id="4" name="图片 3"/>
          <p:cNvPicPr>
            <a:picLocks noChangeAspect="1"/>
          </p:cNvPicPr>
          <p:nvPr/>
        </p:nvPicPr>
        <p:blipFill>
          <a:blip r:embed="rId1"/>
          <a:stretch>
            <a:fillRect/>
          </a:stretch>
        </p:blipFill>
        <p:spPr>
          <a:xfrm>
            <a:off x="1585895" y="2092108"/>
            <a:ext cx="1974951" cy="431822"/>
          </a:xfrm>
          <a:prstGeom prst="rect">
            <a:avLst/>
          </a:prstGeom>
        </p:spPr>
      </p:pic>
      <p:pic>
        <p:nvPicPr>
          <p:cNvPr id="79" name="图片 78"/>
          <p:cNvPicPr>
            <a:picLocks noChangeAspect="1"/>
          </p:cNvPicPr>
          <p:nvPr/>
        </p:nvPicPr>
        <p:blipFill>
          <a:blip r:embed="rId2"/>
          <a:stretch>
            <a:fillRect/>
          </a:stretch>
        </p:blipFill>
        <p:spPr>
          <a:xfrm>
            <a:off x="3771886" y="1484792"/>
            <a:ext cx="5755589" cy="1383880"/>
          </a:xfrm>
          <a:prstGeom prst="rect">
            <a:avLst/>
          </a:prstGeom>
        </p:spPr>
      </p:pic>
      <p:grpSp>
        <p:nvGrpSpPr>
          <p:cNvPr id="37" name="组合 36"/>
          <p:cNvGrpSpPr/>
          <p:nvPr/>
        </p:nvGrpSpPr>
        <p:grpSpPr>
          <a:xfrm>
            <a:off x="3790824" y="1271882"/>
            <a:ext cx="5736651" cy="2620730"/>
            <a:chOff x="3486731" y="2113111"/>
            <a:chExt cx="4226043" cy="2374615"/>
          </a:xfrm>
        </p:grpSpPr>
        <p:pic>
          <p:nvPicPr>
            <p:cNvPr id="36" name="图片占位符 3"/>
            <p:cNvPicPr>
              <a:picLocks noChangeAspect="1"/>
            </p:cNvPicPr>
            <p:nvPr/>
          </p:nvPicPr>
          <p:blipFill>
            <a:blip r:embed="rId3" cstate="print">
              <a:extLst>
                <a:ext uri="{28A0092B-C50C-407E-A947-70E740481C1C}">
                  <a14:useLocalDpi xmlns:a14="http://schemas.microsoft.com/office/drawing/2010/main" val="0"/>
                </a:ext>
              </a:extLst>
            </a:blip>
            <a:srcRect t="21900" b="21900"/>
            <a:stretch>
              <a:fillRect/>
            </a:stretch>
          </p:blipFill>
          <p:spPr>
            <a:xfrm>
              <a:off x="3486731" y="2113111"/>
              <a:ext cx="4226043" cy="2374615"/>
            </a:xfrm>
            <a:prstGeom prst="rect">
              <a:avLst/>
            </a:prstGeom>
          </p:spPr>
        </p:pic>
        <p:pic>
          <p:nvPicPr>
            <p:cNvPr id="20" name="图片 19"/>
            <p:cNvPicPr>
              <a:picLocks noChangeAspect="1"/>
            </p:cNvPicPr>
            <p:nvPr/>
          </p:nvPicPr>
          <p:blipFill>
            <a:blip r:embed="rId4"/>
            <a:stretch>
              <a:fillRect/>
            </a:stretch>
          </p:blipFill>
          <p:spPr>
            <a:xfrm>
              <a:off x="5359203" y="3106023"/>
              <a:ext cx="572259" cy="27202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3">
                                            <p:txEl>
                                              <p:pRg st="1" end="1"/>
                                            </p:txEl>
                                          </p:spTgt>
                                        </p:tgtEl>
                                        <p:attrNameLst>
                                          <p:attrName>style.visibility</p:attrName>
                                        </p:attrNameLst>
                                      </p:cBhvr>
                                      <p:to>
                                        <p:strVal val="visible"/>
                                      </p:to>
                                    </p:set>
                                    <p:animEffect transition="in" filter="blinds(horizontal)">
                                      <p:cBhvr>
                                        <p:cTn id="16" dur="500"/>
                                        <p:tgtEl>
                                          <p:spTgt spid="5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3">
                                            <p:txEl>
                                              <p:pRg st="2" end="2"/>
                                            </p:txEl>
                                          </p:spTgt>
                                        </p:tgtEl>
                                        <p:attrNameLst>
                                          <p:attrName>style.visibility</p:attrName>
                                        </p:attrNameLst>
                                      </p:cBhvr>
                                      <p:to>
                                        <p:strVal val="visible"/>
                                      </p:to>
                                    </p:set>
                                    <p:animEffect transition="in" filter="blinds(horizontal)">
                                      <p:cBhvr>
                                        <p:cTn id="21" dur="500"/>
                                        <p:tgtEl>
                                          <p:spTgt spid="5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mph" presetSubtype="0" fill="hold" nodeType="clickEffect">
                                  <p:stCondLst>
                                    <p:cond delay="0"/>
                                  </p:stCondLst>
                                  <p:childTnLst>
                                    <p:animScale>
                                      <p:cBhvr>
                                        <p:cTn id="25" dur="2000" fill="hold"/>
                                        <p:tgtEl>
                                          <p:spTgt spid="79"/>
                                        </p:tgtEl>
                                      </p:cBhvr>
                                      <p:by x="25000" y="25000"/>
                                    </p:animScale>
                                  </p:childTnLst>
                                </p:cTn>
                              </p:par>
                            </p:childTnLst>
                          </p:cTn>
                        </p:par>
                        <p:par>
                          <p:cTn id="26" fill="hold">
                            <p:stCondLst>
                              <p:cond delay="2000"/>
                            </p:stCondLst>
                            <p:childTnLst>
                              <p:par>
                                <p:cTn id="27" presetID="22" presetClass="entr" presetSubtype="4" fill="hold"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Android</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发展历史</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内容占位符 2"/>
          <p:cNvSpPr txBox="1"/>
          <p:nvPr/>
        </p:nvSpPr>
        <p:spPr bwMode="auto">
          <a:xfrm>
            <a:off x="1554906" y="1104901"/>
            <a:ext cx="814070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lvl="1" indent="0" fontAlgn="auto">
              <a:lnSpc>
                <a:spcPct val="150000"/>
              </a:lnSpc>
              <a:spcBef>
                <a:spcPct val="20000"/>
              </a:spcBef>
              <a:spcAft>
                <a:spcPts val="0"/>
              </a:spcAft>
              <a:defRPr/>
            </a:pPr>
            <a:r>
              <a:rPr lang="en-US" altLang="zh-CN" sz="2000" dirty="0">
                <a:latin typeface="微软雅黑" panose="020B0503020204020204" pitchFamily="34" charset="-122"/>
                <a:ea typeface="微软雅黑" panose="020B0503020204020204" pitchFamily="34" charset="-122"/>
              </a:rPr>
              <a:t>    </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2008</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9</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月发布</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Harmony与Android</a:t>
            </a:r>
            <a:r>
              <a:rPr lang="zh-CN" altLang="zh-CN" sz="2000" b="1" dirty="0">
                <a:solidFill>
                  <a:srgbClr val="0070C0"/>
                </a:solidFill>
                <a:latin typeface="微软雅黑" panose="020B0503020204020204" pitchFamily="34" charset="-122"/>
                <a:ea typeface="微软雅黑" panose="020B0503020204020204" pitchFamily="34" charset="-122"/>
              </a:rPr>
              <a:t>第</a:t>
            </a:r>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zh-CN" sz="2000" b="1" dirty="0">
                <a:solidFill>
                  <a:srgbClr val="0070C0"/>
                </a:solidFill>
                <a:latin typeface="微软雅黑" panose="020B0503020204020204" pitchFamily="34" charset="-122"/>
                <a:ea typeface="微软雅黑" panose="020B0503020204020204" pitchFamily="34" charset="-122"/>
              </a:rPr>
              <a:t>个</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版本</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Harmony与Android</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1.1</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endPar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90600" indent="-266700" fontAlgn="auto">
              <a:lnSpc>
                <a:spcPct val="150000"/>
              </a:lnSpc>
              <a:spcBef>
                <a:spcPts val="0"/>
              </a:spcBef>
              <a:spcAft>
                <a:spcPts val="0"/>
              </a:spcAft>
              <a:defRPr/>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2009</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4</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月</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30</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日，</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Harmony与Android</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1.5</a:t>
            </a:r>
            <a:r>
              <a:rPr lang="en-US" altLang="zh-CN" sz="2000" dirty="0">
                <a:latin typeface="微软雅黑" panose="020B0503020204020204" pitchFamily="34" charset="-122"/>
                <a:ea typeface="微软雅黑" panose="020B0503020204020204" pitchFamily="34" charset="-122"/>
                <a:cs typeface="Times New Roman" panose="02020603050405020304" charset="0"/>
              </a:rPr>
              <a:t> </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Cupcake</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（纸杯蛋糕）正式发布。</a:t>
            </a:r>
            <a:endPar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90600" indent="-266700" fontAlgn="auto">
              <a:lnSpc>
                <a:spcPct val="150000"/>
              </a:lnSpc>
              <a:spcBef>
                <a:spcPts val="0"/>
              </a:spcBef>
              <a:spcAft>
                <a:spcPts val="0"/>
              </a:spcAft>
              <a:defRPr/>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2009</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9</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月</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5</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日，</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Harmony与Android</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1.6</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charset="0"/>
              </a:rPr>
              <a:t>Donut</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（甜甜圈）版本发布。</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90600" indent="-266700" fontAlgn="auto">
              <a:lnSpc>
                <a:spcPct val="150000"/>
              </a:lnSpc>
              <a:spcBef>
                <a:spcPts val="0"/>
              </a:spcBef>
              <a:spcAft>
                <a:spcPts val="0"/>
              </a:spcAft>
              <a:defRPr/>
            </a:pPr>
            <a:r>
              <a:rPr lang="en-US" altLang="zh-CN" sz="2000" dirty="0">
                <a:cs typeface="+mn-cs"/>
              </a:rPr>
              <a:t>......</a:t>
            </a:r>
            <a:endParaRPr lang="zh-CN" altLang="zh-CN" sz="2000" dirty="0">
              <a:cs typeface="+mn-cs"/>
            </a:endParaRPr>
          </a:p>
        </p:txBody>
      </p:sp>
      <p:pic>
        <p:nvPicPr>
          <p:cNvPr id="4" name="Picture 20" descr="G:\9月份工作\Android学科\Android课程体系图\Android进化史图标.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2316" y="5229861"/>
            <a:ext cx="6348412"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9462" y="3351437"/>
            <a:ext cx="95885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图片 6" descr="未标题-1.png"/>
          <p:cNvPicPr>
            <a:picLocks noChangeAspect="1"/>
          </p:cNvPicPr>
          <p:nvPr/>
        </p:nvPicPr>
        <p:blipFill>
          <a:blip r:embed="rId3" cstate="screen">
            <a:duotone>
              <a:schemeClr val="accent1">
                <a:shade val="45000"/>
                <a:satMod val="135000"/>
              </a:schemeClr>
              <a:prstClr val="white"/>
            </a:duotone>
          </a:blip>
          <a:srcRect/>
          <a:stretch>
            <a:fillRect/>
          </a:stretch>
        </p:blipFill>
        <p:spPr bwMode="auto">
          <a:xfrm>
            <a:off x="5035014" y="4458838"/>
            <a:ext cx="928687" cy="514350"/>
          </a:xfrm>
          <a:prstGeom prst="rect">
            <a:avLst/>
          </a:prstGeom>
          <a:noFill/>
          <a:ln>
            <a:noFill/>
          </a:ln>
        </p:spPr>
      </p:pic>
      <p:sp>
        <p:nvSpPr>
          <p:cNvPr id="7" name="矩形 22"/>
          <p:cNvSpPr>
            <a:spLocks noChangeArrowheads="1"/>
          </p:cNvSpPr>
          <p:nvPr/>
        </p:nvSpPr>
        <p:spPr bwMode="auto">
          <a:xfrm>
            <a:off x="6112618" y="4363086"/>
            <a:ext cx="315277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000" dirty="0">
                <a:latin typeface="Times New Roman" panose="02020603050405020304" charset="0"/>
                <a:ea typeface="宋体" panose="02010600030101010101" pitchFamily="2" charset="-122"/>
                <a:cs typeface="Times New Roman" panose="02020603050405020304" charset="0"/>
              </a:rPr>
              <a:t>Android9.0   Android pie </a:t>
            </a:r>
            <a:r>
              <a:rPr lang="zh-CN" altLang="zh-CN" sz="2000" dirty="0">
                <a:latin typeface="微软雅黑" panose="020B0503020204020204" pitchFamily="34" charset="-122"/>
                <a:ea typeface="微软雅黑" panose="020B0503020204020204" pitchFamily="34" charset="-122"/>
                <a:cs typeface="Times New Roman" panose="02020603050405020304" charset="0"/>
              </a:rPr>
              <a:t>（</a:t>
            </a:r>
            <a:r>
              <a:rPr lang="zh-CN" altLang="en-US" sz="2000" dirty="0">
                <a:latin typeface="微软雅黑" panose="020B0503020204020204" pitchFamily="34" charset="-122"/>
                <a:ea typeface="微软雅黑" panose="020B0503020204020204" pitchFamily="34" charset="-122"/>
                <a:cs typeface="Times New Roman" panose="02020603050405020304" charset="0"/>
              </a:rPr>
              <a:t>派</a:t>
            </a:r>
            <a:r>
              <a:rPr lang="zh-CN" altLang="zh-CN" sz="2000" dirty="0">
                <a:latin typeface="微软雅黑" panose="020B0503020204020204" pitchFamily="34" charset="-122"/>
                <a:ea typeface="微软雅黑" panose="020B0503020204020204" pitchFamily="34" charset="-122"/>
                <a:cs typeface="Times New Roman" panose="02020603050405020304" charset="0"/>
              </a:rPr>
              <a:t>）</a:t>
            </a:r>
            <a:endParaRPr lang="zh-CN" altLang="en-US" sz="2000" dirty="0">
              <a:latin typeface="微软雅黑" panose="020B0503020204020204" pitchFamily="34" charset="-122"/>
              <a:ea typeface="微软雅黑" panose="020B0503020204020204" pitchFamily="34" charset="-122"/>
              <a:cs typeface="Times New Roman" panose="02020603050405020304" charset="0"/>
            </a:endParaRPr>
          </a:p>
        </p:txBody>
      </p:sp>
      <p:sp>
        <p:nvSpPr>
          <p:cNvPr id="8" name="矩形 2"/>
          <p:cNvSpPr>
            <a:spLocks noChangeArrowheads="1"/>
          </p:cNvSpPr>
          <p:nvPr/>
        </p:nvSpPr>
        <p:spPr bwMode="auto">
          <a:xfrm>
            <a:off x="2081956" y="4363086"/>
            <a:ext cx="26289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altLang="zh-CN" sz="2000" dirty="0">
                <a:latin typeface="Times New Roman" panose="02020603050405020304" charset="0"/>
                <a:ea typeface="宋体" panose="02010600030101010101" pitchFamily="2" charset="-122"/>
                <a:cs typeface="Times New Roman" panose="02020603050405020304" charset="0"/>
              </a:rPr>
              <a:t>Android1.5 Cupcake</a:t>
            </a:r>
            <a:endParaRPr lang="en-US" altLang="zh-CN" sz="2000" dirty="0">
              <a:latin typeface="Times New Roman" panose="02020603050405020304" charset="0"/>
              <a:ea typeface="宋体" panose="02010600030101010101" pitchFamily="2" charset="-122"/>
              <a:cs typeface="Times New Roman" panose="02020603050405020304" charset="0"/>
            </a:endParaRPr>
          </a:p>
          <a:p>
            <a:pPr algn="ctr"/>
            <a:r>
              <a:rPr lang="zh-CN" altLang="en-US" sz="2000" dirty="0">
                <a:latin typeface="微软雅黑" panose="020B0503020204020204" pitchFamily="34" charset="-122"/>
                <a:ea typeface="微软雅黑" panose="020B0503020204020204" pitchFamily="34" charset="-122"/>
                <a:cs typeface="Times New Roman" panose="02020603050405020304" charset="0"/>
              </a:rPr>
              <a:t>（纸杯蛋糕）</a:t>
            </a:r>
            <a:endParaRPr lang="zh-CN" altLang="en-US" sz="2000" dirty="0">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06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思源黑体" panose="020B0400000000000000" pitchFamily="34" charset="-122"/>
              </a:rPr>
              <a:t>OpenHarmony</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发展历史</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6" name="Freeform 378"/>
          <p:cNvSpPr>
            <a:spLocks noChangeArrowheads="1"/>
          </p:cNvSpPr>
          <p:nvPr/>
        </p:nvSpPr>
        <p:spPr bwMode="auto">
          <a:xfrm>
            <a:off x="1469390" y="3244215"/>
            <a:ext cx="2071370" cy="185420"/>
          </a:xfrm>
          <a:custGeom>
            <a:avLst/>
            <a:gdLst>
              <a:gd name="T0" fmla="*/ 2147483647 w 255"/>
              <a:gd name="T1" fmla="*/ 2147483647 h 65"/>
              <a:gd name="T2" fmla="*/ 2147483647 w 255"/>
              <a:gd name="T3" fmla="*/ 0 h 65"/>
              <a:gd name="T4" fmla="*/ 2147483647 w 255"/>
              <a:gd name="T5" fmla="*/ 0 h 65"/>
              <a:gd name="T6" fmla="*/ 0 w 255"/>
              <a:gd name="T7" fmla="*/ 2147483647 h 65"/>
              <a:gd name="T8" fmla="*/ 0 w 255"/>
              <a:gd name="T9" fmla="*/ 2147483647 h 65"/>
              <a:gd name="T10" fmla="*/ 2147483647 w 255"/>
              <a:gd name="T11" fmla="*/ 2147483647 h 65"/>
              <a:gd name="T12" fmla="*/ 2147483647 w 255"/>
              <a:gd name="T13" fmla="*/ 2147483647 h 65"/>
              <a:gd name="T14" fmla="*/ 2147483647 w 255"/>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65"/>
              <a:gd name="T26" fmla="*/ 255 w 255"/>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65">
                <a:moveTo>
                  <a:pt x="255" y="33"/>
                </a:moveTo>
                <a:cubicBezTo>
                  <a:pt x="255" y="15"/>
                  <a:pt x="248" y="0"/>
                  <a:pt x="239" y="0"/>
                </a:cubicBezTo>
                <a:cubicBezTo>
                  <a:pt x="17" y="0"/>
                  <a:pt x="17" y="0"/>
                  <a:pt x="17" y="0"/>
                </a:cubicBezTo>
                <a:cubicBezTo>
                  <a:pt x="7" y="0"/>
                  <a:pt x="0" y="15"/>
                  <a:pt x="0" y="33"/>
                </a:cubicBezTo>
                <a:cubicBezTo>
                  <a:pt x="0" y="33"/>
                  <a:pt x="0" y="33"/>
                  <a:pt x="0" y="33"/>
                </a:cubicBezTo>
                <a:cubicBezTo>
                  <a:pt x="0" y="50"/>
                  <a:pt x="7" y="65"/>
                  <a:pt x="17" y="65"/>
                </a:cubicBezTo>
                <a:cubicBezTo>
                  <a:pt x="239" y="65"/>
                  <a:pt x="239" y="65"/>
                  <a:pt x="239" y="65"/>
                </a:cubicBezTo>
                <a:cubicBezTo>
                  <a:pt x="248" y="65"/>
                  <a:pt x="255" y="50"/>
                  <a:pt x="255" y="33"/>
                </a:cubicBezTo>
                <a:close/>
              </a:path>
            </a:pathLst>
          </a:custGeom>
          <a:solidFill>
            <a:srgbClr val="566CD3"/>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37" name="Freeform 379"/>
          <p:cNvSpPr>
            <a:spLocks noChangeArrowheads="1"/>
          </p:cNvSpPr>
          <p:nvPr/>
        </p:nvSpPr>
        <p:spPr bwMode="auto">
          <a:xfrm>
            <a:off x="3287395" y="3244215"/>
            <a:ext cx="836930" cy="185420"/>
          </a:xfrm>
          <a:custGeom>
            <a:avLst/>
            <a:gdLst>
              <a:gd name="T0" fmla="*/ 2147483647 w 256"/>
              <a:gd name="T1" fmla="*/ 2147483647 h 65"/>
              <a:gd name="T2" fmla="*/ 2147483647 w 256"/>
              <a:gd name="T3" fmla="*/ 0 h 65"/>
              <a:gd name="T4" fmla="*/ 2147483647 w 256"/>
              <a:gd name="T5" fmla="*/ 0 h 65"/>
              <a:gd name="T6" fmla="*/ 0 w 256"/>
              <a:gd name="T7" fmla="*/ 2147483647 h 65"/>
              <a:gd name="T8" fmla="*/ 0 w 256"/>
              <a:gd name="T9" fmla="*/ 2147483647 h 65"/>
              <a:gd name="T10" fmla="*/ 2147483647 w 256"/>
              <a:gd name="T11" fmla="*/ 2147483647 h 65"/>
              <a:gd name="T12" fmla="*/ 2147483647 w 256"/>
              <a:gd name="T13" fmla="*/ 2147483647 h 65"/>
              <a:gd name="T14" fmla="*/ 2147483647 w 256"/>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256"/>
              <a:gd name="T25" fmla="*/ 0 h 65"/>
              <a:gd name="T26" fmla="*/ 256 w 25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6" h="65">
                <a:moveTo>
                  <a:pt x="256" y="33"/>
                </a:moveTo>
                <a:cubicBezTo>
                  <a:pt x="256" y="15"/>
                  <a:pt x="248" y="0"/>
                  <a:pt x="239" y="0"/>
                </a:cubicBezTo>
                <a:cubicBezTo>
                  <a:pt x="17" y="0"/>
                  <a:pt x="17" y="0"/>
                  <a:pt x="17" y="0"/>
                </a:cubicBezTo>
                <a:cubicBezTo>
                  <a:pt x="8" y="0"/>
                  <a:pt x="0" y="15"/>
                  <a:pt x="0" y="33"/>
                </a:cubicBezTo>
                <a:cubicBezTo>
                  <a:pt x="0" y="33"/>
                  <a:pt x="0" y="33"/>
                  <a:pt x="0" y="33"/>
                </a:cubicBezTo>
                <a:cubicBezTo>
                  <a:pt x="0" y="50"/>
                  <a:pt x="8" y="65"/>
                  <a:pt x="17" y="65"/>
                </a:cubicBezTo>
                <a:cubicBezTo>
                  <a:pt x="239" y="65"/>
                  <a:pt x="239" y="65"/>
                  <a:pt x="239" y="65"/>
                </a:cubicBezTo>
                <a:cubicBezTo>
                  <a:pt x="248" y="65"/>
                  <a:pt x="256" y="50"/>
                  <a:pt x="256" y="33"/>
                </a:cubicBezTo>
                <a:close/>
              </a:path>
            </a:pathLst>
          </a:custGeom>
          <a:solidFill>
            <a:srgbClr val="566CD3"/>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38" name="Freeform 380"/>
          <p:cNvSpPr>
            <a:spLocks noChangeArrowheads="1"/>
          </p:cNvSpPr>
          <p:nvPr/>
        </p:nvSpPr>
        <p:spPr bwMode="auto">
          <a:xfrm>
            <a:off x="3562350" y="3244215"/>
            <a:ext cx="1791970" cy="185420"/>
          </a:xfrm>
          <a:custGeom>
            <a:avLst/>
            <a:gdLst>
              <a:gd name="T0" fmla="*/ 2147483647 w 413"/>
              <a:gd name="T1" fmla="*/ 2147483647 h 65"/>
              <a:gd name="T2" fmla="*/ 2147483647 w 413"/>
              <a:gd name="T3" fmla="*/ 0 h 65"/>
              <a:gd name="T4" fmla="*/ 2147483647 w 413"/>
              <a:gd name="T5" fmla="*/ 0 h 65"/>
              <a:gd name="T6" fmla="*/ 0 w 413"/>
              <a:gd name="T7" fmla="*/ 2147483647 h 65"/>
              <a:gd name="T8" fmla="*/ 0 w 413"/>
              <a:gd name="T9" fmla="*/ 2147483647 h 65"/>
              <a:gd name="T10" fmla="*/ 2147483647 w 413"/>
              <a:gd name="T11" fmla="*/ 2147483647 h 65"/>
              <a:gd name="T12" fmla="*/ 2147483647 w 413"/>
              <a:gd name="T13" fmla="*/ 2147483647 h 65"/>
              <a:gd name="T14" fmla="*/ 2147483647 w 413"/>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65"/>
              <a:gd name="T26" fmla="*/ 413 w 413"/>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65">
                <a:moveTo>
                  <a:pt x="413" y="33"/>
                </a:moveTo>
                <a:cubicBezTo>
                  <a:pt x="413" y="15"/>
                  <a:pt x="405" y="0"/>
                  <a:pt x="396" y="0"/>
                </a:cubicBezTo>
                <a:cubicBezTo>
                  <a:pt x="17" y="0"/>
                  <a:pt x="17" y="0"/>
                  <a:pt x="17" y="0"/>
                </a:cubicBezTo>
                <a:cubicBezTo>
                  <a:pt x="8" y="0"/>
                  <a:pt x="0" y="15"/>
                  <a:pt x="0" y="33"/>
                </a:cubicBezTo>
                <a:cubicBezTo>
                  <a:pt x="0" y="33"/>
                  <a:pt x="0" y="33"/>
                  <a:pt x="0" y="33"/>
                </a:cubicBezTo>
                <a:cubicBezTo>
                  <a:pt x="0" y="50"/>
                  <a:pt x="8" y="65"/>
                  <a:pt x="17" y="65"/>
                </a:cubicBezTo>
                <a:cubicBezTo>
                  <a:pt x="396" y="65"/>
                  <a:pt x="396" y="65"/>
                  <a:pt x="396" y="65"/>
                </a:cubicBezTo>
                <a:cubicBezTo>
                  <a:pt x="405" y="65"/>
                  <a:pt x="413" y="50"/>
                  <a:pt x="413" y="33"/>
                </a:cubicBezTo>
                <a:close/>
              </a:path>
            </a:pathLst>
          </a:custGeom>
          <a:solidFill>
            <a:srgbClr val="B9B8F1"/>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39" name="Freeform 381"/>
          <p:cNvSpPr>
            <a:spLocks noChangeArrowheads="1"/>
          </p:cNvSpPr>
          <p:nvPr/>
        </p:nvSpPr>
        <p:spPr bwMode="auto">
          <a:xfrm>
            <a:off x="4991735" y="3244215"/>
            <a:ext cx="1345565" cy="185420"/>
          </a:xfrm>
          <a:custGeom>
            <a:avLst/>
            <a:gdLst>
              <a:gd name="T0" fmla="*/ 2147483647 w 413"/>
              <a:gd name="T1" fmla="*/ 2147483647 h 65"/>
              <a:gd name="T2" fmla="*/ 2147483647 w 413"/>
              <a:gd name="T3" fmla="*/ 0 h 65"/>
              <a:gd name="T4" fmla="*/ 2147483647 w 413"/>
              <a:gd name="T5" fmla="*/ 0 h 65"/>
              <a:gd name="T6" fmla="*/ 0 w 413"/>
              <a:gd name="T7" fmla="*/ 2147483647 h 65"/>
              <a:gd name="T8" fmla="*/ 0 w 413"/>
              <a:gd name="T9" fmla="*/ 2147483647 h 65"/>
              <a:gd name="T10" fmla="*/ 2147483647 w 413"/>
              <a:gd name="T11" fmla="*/ 2147483647 h 65"/>
              <a:gd name="T12" fmla="*/ 2147483647 w 413"/>
              <a:gd name="T13" fmla="*/ 2147483647 h 65"/>
              <a:gd name="T14" fmla="*/ 2147483647 w 413"/>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65"/>
              <a:gd name="T26" fmla="*/ 413 w 413"/>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65">
                <a:moveTo>
                  <a:pt x="413" y="33"/>
                </a:moveTo>
                <a:cubicBezTo>
                  <a:pt x="413" y="15"/>
                  <a:pt x="405" y="0"/>
                  <a:pt x="396" y="0"/>
                </a:cubicBezTo>
                <a:cubicBezTo>
                  <a:pt x="17" y="0"/>
                  <a:pt x="17" y="0"/>
                  <a:pt x="17" y="0"/>
                </a:cubicBezTo>
                <a:cubicBezTo>
                  <a:pt x="7" y="0"/>
                  <a:pt x="0" y="15"/>
                  <a:pt x="0" y="33"/>
                </a:cubicBezTo>
                <a:cubicBezTo>
                  <a:pt x="0" y="33"/>
                  <a:pt x="0" y="33"/>
                  <a:pt x="0" y="33"/>
                </a:cubicBezTo>
                <a:cubicBezTo>
                  <a:pt x="0" y="50"/>
                  <a:pt x="7" y="65"/>
                  <a:pt x="17" y="65"/>
                </a:cubicBezTo>
                <a:cubicBezTo>
                  <a:pt x="396" y="65"/>
                  <a:pt x="396" y="65"/>
                  <a:pt x="396" y="65"/>
                </a:cubicBezTo>
                <a:cubicBezTo>
                  <a:pt x="405" y="65"/>
                  <a:pt x="413" y="50"/>
                  <a:pt x="413" y="33"/>
                </a:cubicBezTo>
                <a:close/>
              </a:path>
            </a:pathLst>
          </a:custGeom>
          <a:solidFill>
            <a:srgbClr val="B9B8F1"/>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0" name="Freeform 382"/>
          <p:cNvSpPr>
            <a:spLocks noChangeArrowheads="1"/>
          </p:cNvSpPr>
          <p:nvPr/>
        </p:nvSpPr>
        <p:spPr bwMode="auto">
          <a:xfrm>
            <a:off x="6167120" y="3244215"/>
            <a:ext cx="3883025" cy="185420"/>
          </a:xfrm>
          <a:custGeom>
            <a:avLst/>
            <a:gdLst>
              <a:gd name="T0" fmla="*/ 2147483647 w 514"/>
              <a:gd name="T1" fmla="*/ 385795227 h 65"/>
              <a:gd name="T2" fmla="*/ 2147483647 w 514"/>
              <a:gd name="T3" fmla="*/ 0 h 65"/>
              <a:gd name="T4" fmla="*/ 465445203 w 514"/>
              <a:gd name="T5" fmla="*/ 0 h 65"/>
              <a:gd name="T6" fmla="*/ 0 w 514"/>
              <a:gd name="T7" fmla="*/ 385795227 h 65"/>
              <a:gd name="T8" fmla="*/ 0 w 514"/>
              <a:gd name="T9" fmla="*/ 385795227 h 65"/>
              <a:gd name="T10" fmla="*/ 465445203 w 514"/>
              <a:gd name="T11" fmla="*/ 759900104 h 65"/>
              <a:gd name="T12" fmla="*/ 2147483647 w 514"/>
              <a:gd name="T13" fmla="*/ 759900104 h 65"/>
              <a:gd name="T14" fmla="*/ 2147483647 w 514"/>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514"/>
              <a:gd name="T25" fmla="*/ 0 h 65"/>
              <a:gd name="T26" fmla="*/ 514 w 514"/>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4" h="65">
                <a:moveTo>
                  <a:pt x="514" y="33"/>
                </a:moveTo>
                <a:cubicBezTo>
                  <a:pt x="514" y="15"/>
                  <a:pt x="506" y="0"/>
                  <a:pt x="497" y="0"/>
                </a:cubicBezTo>
                <a:cubicBezTo>
                  <a:pt x="17" y="0"/>
                  <a:pt x="17" y="0"/>
                  <a:pt x="17" y="0"/>
                </a:cubicBezTo>
                <a:cubicBezTo>
                  <a:pt x="7" y="0"/>
                  <a:pt x="0" y="15"/>
                  <a:pt x="0" y="33"/>
                </a:cubicBezTo>
                <a:cubicBezTo>
                  <a:pt x="0" y="33"/>
                  <a:pt x="0" y="33"/>
                  <a:pt x="0" y="33"/>
                </a:cubicBezTo>
                <a:cubicBezTo>
                  <a:pt x="0" y="50"/>
                  <a:pt x="7" y="65"/>
                  <a:pt x="17" y="65"/>
                </a:cubicBezTo>
                <a:cubicBezTo>
                  <a:pt x="497" y="65"/>
                  <a:pt x="497" y="65"/>
                  <a:pt x="497" y="65"/>
                </a:cubicBezTo>
                <a:cubicBezTo>
                  <a:pt x="506" y="65"/>
                  <a:pt x="514" y="50"/>
                  <a:pt x="514" y="33"/>
                </a:cubicBezTo>
                <a:close/>
              </a:path>
            </a:pathLst>
          </a:custGeom>
          <a:solidFill>
            <a:srgbClr val="566CD3"/>
          </a:solidFill>
          <a:ln w="9525">
            <a:noFill/>
            <a:miter lim="800000"/>
          </a:ln>
        </p:spPr>
        <p:txBody>
          <a:bodyPr lIns="68550" tIns="34275" rIns="68550" bIns="34275"/>
          <a:p>
            <a:pPr>
              <a:lnSpc>
                <a:spcPct val="120000"/>
              </a:lnSpc>
              <a:defRPr/>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1" name="Oval 414"/>
          <p:cNvSpPr>
            <a:spLocks noChangeArrowheads="1"/>
          </p:cNvSpPr>
          <p:nvPr/>
        </p:nvSpPr>
        <p:spPr bwMode="auto">
          <a:xfrm>
            <a:off x="6206490" y="3123565"/>
            <a:ext cx="457835" cy="396240"/>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2" name="Oval 415"/>
          <p:cNvSpPr>
            <a:spLocks noChangeArrowheads="1"/>
          </p:cNvSpPr>
          <p:nvPr/>
        </p:nvSpPr>
        <p:spPr bwMode="auto">
          <a:xfrm>
            <a:off x="6343015" y="3262630"/>
            <a:ext cx="187960" cy="163195"/>
          </a:xfrm>
          <a:prstGeom prst="ellipse">
            <a:avLst/>
          </a:prstGeom>
          <a:solidFill>
            <a:srgbClr val="566CD3"/>
          </a:solidFill>
          <a:ln w="9525">
            <a:noFill/>
            <a:round/>
          </a:ln>
        </p:spPr>
        <p:txBody>
          <a:bodyPr lIns="64774" tIns="32386" rIns="64774" bIns="32386"/>
          <a:p>
            <a:pPr defTabSz="912495">
              <a:lnSpc>
                <a:spcPct val="120000"/>
              </a:lnSpc>
              <a:defRPr/>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5" name="Oval 416"/>
          <p:cNvSpPr>
            <a:spLocks noChangeArrowheads="1"/>
          </p:cNvSpPr>
          <p:nvPr/>
        </p:nvSpPr>
        <p:spPr bwMode="auto">
          <a:xfrm>
            <a:off x="1765300" y="3123565"/>
            <a:ext cx="455930" cy="396240"/>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7" name="Oval 417"/>
          <p:cNvSpPr>
            <a:spLocks noChangeArrowheads="1"/>
          </p:cNvSpPr>
          <p:nvPr/>
        </p:nvSpPr>
        <p:spPr bwMode="auto">
          <a:xfrm>
            <a:off x="1901825" y="3256915"/>
            <a:ext cx="191135" cy="163195"/>
          </a:xfrm>
          <a:prstGeom prst="ellipse">
            <a:avLst/>
          </a:prstGeom>
          <a:solidFill>
            <a:srgbClr val="566CD3"/>
          </a:solidFill>
          <a:ln w="9525">
            <a:noFill/>
            <a:round/>
          </a:ln>
        </p:spPr>
        <p:txBody>
          <a:bodyPr lIns="64774" tIns="32386" rIns="64774" bIns="32386"/>
          <a:p>
            <a:pPr defTabSz="912495">
              <a:lnSpc>
                <a:spcPct val="120000"/>
              </a:lnSpc>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nvGrpSpPr>
          <p:cNvPr id="32" name="组合 31"/>
          <p:cNvGrpSpPr/>
          <p:nvPr/>
        </p:nvGrpSpPr>
        <p:grpSpPr>
          <a:xfrm>
            <a:off x="1057276" y="3763010"/>
            <a:ext cx="3110864" cy="1366520"/>
            <a:chOff x="1469235" y="3345815"/>
            <a:chExt cx="2692555" cy="1573727"/>
          </a:xfrm>
        </p:grpSpPr>
        <p:sp>
          <p:nvSpPr>
            <p:cNvPr id="33" name="文本框 32"/>
            <p:cNvSpPr txBox="1"/>
            <p:nvPr/>
          </p:nvSpPr>
          <p:spPr>
            <a:xfrm>
              <a:off x="1587500" y="3345815"/>
              <a:ext cx="2574290" cy="487768"/>
            </a:xfrm>
            <a:prstGeom prst="rect">
              <a:avLst/>
            </a:prstGeom>
            <a:noFill/>
          </p:spPr>
          <p:txBody>
            <a:bodyPr wrap="square" rtlCol="0">
              <a:spAutoFit/>
            </a:bodyPr>
            <a:p>
              <a:pPr>
                <a:lnSpc>
                  <a:spcPct val="120000"/>
                </a:lnSpc>
              </a:pPr>
              <a:r>
                <a:rPr lang="zh-CN" altLang="en-US" sz="1800" kern="100">
                  <a:latin typeface="思源黑体" panose="020B0400000000000000" pitchFamily="34" charset="-122"/>
                  <a:ea typeface="思源黑体" panose="020B0400000000000000" pitchFamily="34" charset="-122"/>
                  <a:sym typeface="思源黑体" panose="020B0400000000000000" pitchFamily="34" charset="-122"/>
                </a:rPr>
                <a:t>鸿蒙操作系统 </a:t>
              </a:r>
              <a:r>
                <a:rPr lang="en-US" altLang="zh-CN" sz="1800" kern="100">
                  <a:latin typeface="思源黑体" panose="020B0400000000000000" pitchFamily="34" charset="-122"/>
                  <a:ea typeface="思源黑体" panose="020B0400000000000000" pitchFamily="34" charset="-122"/>
                  <a:sym typeface="思源黑体" panose="020B0400000000000000" pitchFamily="34" charset="-122"/>
                </a:rPr>
                <a:t>1.0</a:t>
              </a:r>
              <a:endParaRPr lang="zh-CN" altLang="en-US" sz="1800" kern="100" dirty="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4" name="文本框 33"/>
            <p:cNvSpPr txBox="1"/>
            <p:nvPr/>
          </p:nvSpPr>
          <p:spPr>
            <a:xfrm>
              <a:off x="1469235" y="3873438"/>
              <a:ext cx="2185730" cy="1046104"/>
            </a:xfrm>
            <a:prstGeom prst="rect">
              <a:avLst/>
            </a:prstGeom>
            <a:noFill/>
          </p:spPr>
          <p:txBody>
            <a:bodyPr wrap="square" lIns="68559" tIns="34280" rIns="68559" bIns="34280" rtlCol="0">
              <a:noAutofit/>
            </a:bodyPr>
            <a:p>
              <a:pPr lvl="0" algn="l">
                <a:lnSpc>
                  <a:spcPct val="120000"/>
                </a:lnSpc>
                <a:spcAft>
                  <a:spcPct val="0"/>
                </a:spcAft>
                <a:buClr>
                  <a:srgbClr val="292929"/>
                </a:buClr>
                <a:buSzTx/>
                <a:buFontTx/>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最初被称为鸿蒙系统， 在</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2019</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8</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月，鸿蒙操作系统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1.0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版本首次亮相。</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grpSp>
        <p:nvGrpSpPr>
          <p:cNvPr id="46" name="组合 45"/>
          <p:cNvGrpSpPr/>
          <p:nvPr/>
        </p:nvGrpSpPr>
        <p:grpSpPr>
          <a:xfrm>
            <a:off x="2299335" y="1917700"/>
            <a:ext cx="2537460" cy="1108889"/>
            <a:chOff x="3810000" y="3345815"/>
            <a:chExt cx="2508885" cy="1275516"/>
          </a:xfrm>
        </p:grpSpPr>
        <p:sp>
          <p:nvSpPr>
            <p:cNvPr id="54" name="文本框 53"/>
            <p:cNvSpPr txBox="1"/>
            <p:nvPr/>
          </p:nvSpPr>
          <p:spPr>
            <a:xfrm>
              <a:off x="3810000" y="3345815"/>
              <a:ext cx="2508885" cy="487189"/>
            </a:xfrm>
            <a:prstGeom prst="rect">
              <a:avLst/>
            </a:prstGeom>
            <a:noFill/>
          </p:spPr>
          <p:txBody>
            <a:bodyPr wrap="square" rtlCol="0">
              <a:spAutoFit/>
            </a:bodyPr>
            <a:p>
              <a:pPr>
                <a:lnSpc>
                  <a:spcPct val="120000"/>
                </a:lnSpc>
              </a:pPr>
              <a:r>
                <a:rPr lang="en-US" altLang="zh-CN" sz="1800" kern="100">
                  <a:effectLst/>
                  <a:latin typeface="思源黑体" panose="020B0400000000000000" pitchFamily="34" charset="-122"/>
                  <a:ea typeface="思源黑体" panose="020B0400000000000000" pitchFamily="34" charset="-122"/>
                  <a:sym typeface="思源黑体" panose="020B0400000000000000" pitchFamily="34" charset="-122"/>
                </a:rPr>
                <a:t>OpenHarmony 1.0</a:t>
              </a:r>
              <a:endParaRPr lang="zh-CN" altLang="en-US" sz="20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55" name="文本框 54"/>
            <p:cNvSpPr txBox="1"/>
            <p:nvPr/>
          </p:nvSpPr>
          <p:spPr>
            <a:xfrm>
              <a:off x="3810000" y="3694430"/>
              <a:ext cx="1853565" cy="926901"/>
            </a:xfrm>
            <a:prstGeom prst="rect">
              <a:avLst/>
            </a:prstGeom>
            <a:noFill/>
          </p:spPr>
          <p:txBody>
            <a:bodyPr wrap="square" lIns="68559" tIns="34280" rIns="68559" bIns="34280" rtlCol="0">
              <a:spAutoFit/>
            </a:bodyPr>
            <a:p>
              <a:pPr>
                <a:lnSpc>
                  <a:spcPct val="120000"/>
                </a:lnSpc>
                <a:spcAft>
                  <a:spcPct val="0"/>
                </a:spcAft>
                <a:buClr>
                  <a:srgbClr val="292929"/>
                </a:buClr>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2020</a:t>
              </a:r>
              <a:r>
                <a:rPr lang="zh-CN"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9</a:t>
              </a:r>
              <a:r>
                <a:rPr lang="zh-CN"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月份，华为向开放原子开源基金会捐赠了鸿蒙操作系统的首批基础能力相关代码并随后开源</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59" name="组合 58"/>
          <p:cNvGrpSpPr/>
          <p:nvPr/>
        </p:nvGrpSpPr>
        <p:grpSpPr>
          <a:xfrm>
            <a:off x="5189220" y="1915795"/>
            <a:ext cx="2537460" cy="1293703"/>
            <a:chOff x="6134099" y="3345815"/>
            <a:chExt cx="2508885" cy="1487954"/>
          </a:xfrm>
        </p:grpSpPr>
        <p:sp>
          <p:nvSpPr>
            <p:cNvPr id="60" name="文本框 59"/>
            <p:cNvSpPr txBox="1"/>
            <p:nvPr/>
          </p:nvSpPr>
          <p:spPr>
            <a:xfrm>
              <a:off x="6134099" y="3345815"/>
              <a:ext cx="2508885" cy="487141"/>
            </a:xfrm>
            <a:prstGeom prst="rect">
              <a:avLst/>
            </a:prstGeom>
            <a:noFill/>
          </p:spPr>
          <p:txBody>
            <a:bodyPr wrap="square" rtlCol="0">
              <a:spAutoFit/>
            </a:bodyPr>
            <a:p>
              <a:pPr>
                <a:lnSpc>
                  <a:spcPct val="120000"/>
                </a:lnSpc>
              </a:pPr>
              <a:r>
                <a:rPr lang="en-US" altLang="zh-CN" sz="1800" kern="100">
                  <a:effectLst/>
                  <a:latin typeface="思源黑体" panose="020B0400000000000000" pitchFamily="34" charset="-122"/>
                  <a:ea typeface="思源黑体" panose="020B0400000000000000" pitchFamily="34" charset="-122"/>
                  <a:sym typeface="思源黑体" panose="020B0400000000000000" pitchFamily="34" charset="-122"/>
                </a:rPr>
                <a:t>OpenHarmony 3.0</a:t>
              </a:r>
              <a:endParaRPr lang="zh-CN" altLang="en-US" sz="20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1" name="文本框 60"/>
            <p:cNvSpPr txBox="1"/>
            <p:nvPr/>
          </p:nvSpPr>
          <p:spPr>
            <a:xfrm>
              <a:off x="6134100" y="3694430"/>
              <a:ext cx="1853565" cy="1139339"/>
            </a:xfrm>
            <a:prstGeom prst="rect">
              <a:avLst/>
            </a:prstGeom>
            <a:noFill/>
          </p:spPr>
          <p:txBody>
            <a:bodyPr wrap="square" lIns="68559" tIns="34280" rIns="68559" bIns="34280" rtlCol="0">
              <a:spAutoFit/>
            </a:bodyPr>
            <a:p>
              <a:pPr lvl="0" algn="l">
                <a:lnSpc>
                  <a:spcPct val="120000"/>
                </a:lnSpc>
                <a:spcAft>
                  <a:spcPct val="0"/>
                </a:spcAft>
                <a:buClr>
                  <a:srgbClr val="292929"/>
                </a:buClr>
                <a:buSzTx/>
                <a:buFontTx/>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2021</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9</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月份，开放原子开源基金会发布了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3.0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版本，这个版本开放了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标志性的分布式能力。</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62" name="Oval 416"/>
          <p:cNvSpPr>
            <a:spLocks noChangeArrowheads="1"/>
          </p:cNvSpPr>
          <p:nvPr>
            <p:custDataLst>
              <p:tags r:id="rId1"/>
            </p:custDataLst>
          </p:nvPr>
        </p:nvSpPr>
        <p:spPr bwMode="auto">
          <a:xfrm>
            <a:off x="4745355" y="3143250"/>
            <a:ext cx="457835" cy="396240"/>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63" name="Oval 417"/>
          <p:cNvSpPr>
            <a:spLocks noChangeArrowheads="1"/>
          </p:cNvSpPr>
          <p:nvPr>
            <p:custDataLst>
              <p:tags r:id="rId2"/>
            </p:custDataLst>
          </p:nvPr>
        </p:nvSpPr>
        <p:spPr bwMode="auto">
          <a:xfrm>
            <a:off x="4881880" y="3276600"/>
            <a:ext cx="189230" cy="163195"/>
          </a:xfrm>
          <a:prstGeom prst="ellipse">
            <a:avLst/>
          </a:prstGeom>
          <a:solidFill>
            <a:srgbClr val="B9B8F1"/>
          </a:solidFill>
          <a:ln w="9525">
            <a:noFill/>
            <a:round/>
          </a:ln>
        </p:spPr>
        <p:txBody>
          <a:bodyPr lIns="64774" tIns="32386" rIns="64774" bIns="32386"/>
          <a:p>
            <a:pPr defTabSz="912495">
              <a:lnSpc>
                <a:spcPct val="120000"/>
              </a:lnSpc>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nvGrpSpPr>
          <p:cNvPr id="64" name="组合 63"/>
          <p:cNvGrpSpPr/>
          <p:nvPr/>
        </p:nvGrpSpPr>
        <p:grpSpPr>
          <a:xfrm>
            <a:off x="4012565" y="3768090"/>
            <a:ext cx="2544445" cy="1108888"/>
            <a:chOff x="3810000" y="3345816"/>
            <a:chExt cx="2515946" cy="1275514"/>
          </a:xfrm>
        </p:grpSpPr>
        <p:sp>
          <p:nvSpPr>
            <p:cNvPr id="65" name="文本框 64"/>
            <p:cNvSpPr txBox="1"/>
            <p:nvPr>
              <p:custDataLst>
                <p:tags r:id="rId3"/>
              </p:custDataLst>
            </p:nvPr>
          </p:nvSpPr>
          <p:spPr>
            <a:xfrm>
              <a:off x="3810000" y="3345816"/>
              <a:ext cx="2515946" cy="487189"/>
            </a:xfrm>
            <a:prstGeom prst="rect">
              <a:avLst/>
            </a:prstGeom>
            <a:noFill/>
          </p:spPr>
          <p:txBody>
            <a:bodyPr wrap="square" rtlCol="0">
              <a:spAutoFit/>
            </a:bodyPr>
            <a:p>
              <a:pPr>
                <a:lnSpc>
                  <a:spcPct val="120000"/>
                </a:lnSpc>
              </a:pPr>
              <a:r>
                <a:rPr lang="en-US" altLang="zh-CN" sz="1800" kern="100">
                  <a:effectLst/>
                  <a:latin typeface="思源黑体" panose="020B0400000000000000" pitchFamily="34" charset="-122"/>
                  <a:ea typeface="思源黑体" panose="020B0400000000000000" pitchFamily="34" charset="-122"/>
                  <a:sym typeface="思源黑体" panose="020B0400000000000000" pitchFamily="34" charset="-122"/>
                </a:rPr>
                <a:t>OpenHarmony 2.0</a:t>
              </a:r>
              <a:endParaRPr lang="zh-CN" altLang="en-US" sz="20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6" name="文本框 65"/>
            <p:cNvSpPr txBox="1"/>
            <p:nvPr>
              <p:custDataLst>
                <p:tags r:id="rId4"/>
              </p:custDataLst>
            </p:nvPr>
          </p:nvSpPr>
          <p:spPr>
            <a:xfrm>
              <a:off x="3810000" y="3694430"/>
              <a:ext cx="1853565" cy="926900"/>
            </a:xfrm>
            <a:prstGeom prst="rect">
              <a:avLst/>
            </a:prstGeom>
            <a:noFill/>
          </p:spPr>
          <p:txBody>
            <a:bodyPr wrap="square" lIns="68559" tIns="34280" rIns="68559" bIns="34280" rtlCol="0">
              <a:spAutoFit/>
            </a:bodyPr>
            <a:p>
              <a:pPr lvl="0" algn="l">
                <a:lnSpc>
                  <a:spcPct val="120000"/>
                </a:lnSpc>
                <a:spcAft>
                  <a:spcPct val="0"/>
                </a:spcAft>
                <a:buClr>
                  <a:srgbClr val="292929"/>
                </a:buClr>
                <a:buSzTx/>
                <a:buFontTx/>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2021</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5</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月份，华为再次把鸿蒙操作系统的核心基础能力全部捐献给了开放原子开源基金会并由基金会对外开源。</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67" name="Oval 414"/>
          <p:cNvSpPr>
            <a:spLocks noChangeArrowheads="1"/>
          </p:cNvSpPr>
          <p:nvPr>
            <p:custDataLst>
              <p:tags r:id="rId5"/>
            </p:custDataLst>
          </p:nvPr>
        </p:nvSpPr>
        <p:spPr bwMode="auto">
          <a:xfrm>
            <a:off x="7672705" y="3143250"/>
            <a:ext cx="457835" cy="396240"/>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68" name="Oval 415"/>
          <p:cNvSpPr>
            <a:spLocks noChangeArrowheads="1"/>
          </p:cNvSpPr>
          <p:nvPr>
            <p:custDataLst>
              <p:tags r:id="rId6"/>
            </p:custDataLst>
          </p:nvPr>
        </p:nvSpPr>
        <p:spPr bwMode="auto">
          <a:xfrm>
            <a:off x="7809230" y="3282315"/>
            <a:ext cx="187960" cy="163195"/>
          </a:xfrm>
          <a:prstGeom prst="ellipse">
            <a:avLst/>
          </a:prstGeom>
          <a:solidFill>
            <a:srgbClr val="566CD3"/>
          </a:solidFill>
          <a:ln w="9525">
            <a:noFill/>
            <a:round/>
          </a:ln>
        </p:spPr>
        <p:txBody>
          <a:bodyPr lIns="64774" tIns="32386" rIns="64774" bIns="32386"/>
          <a:p>
            <a:pPr defTabSz="912495">
              <a:lnSpc>
                <a:spcPct val="120000"/>
              </a:lnSpc>
              <a:defRPr/>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nvGrpSpPr>
          <p:cNvPr id="72" name="组合 71"/>
          <p:cNvGrpSpPr/>
          <p:nvPr/>
        </p:nvGrpSpPr>
        <p:grpSpPr>
          <a:xfrm>
            <a:off x="6814820" y="3722370"/>
            <a:ext cx="3373120" cy="1347678"/>
            <a:chOff x="6093915" y="3283737"/>
            <a:chExt cx="3335316" cy="1550033"/>
          </a:xfrm>
        </p:grpSpPr>
        <p:sp>
          <p:nvSpPr>
            <p:cNvPr id="73" name="文本框 72"/>
            <p:cNvSpPr txBox="1"/>
            <p:nvPr>
              <p:custDataLst>
                <p:tags r:id="rId7"/>
              </p:custDataLst>
            </p:nvPr>
          </p:nvSpPr>
          <p:spPr>
            <a:xfrm>
              <a:off x="6093915" y="3283737"/>
              <a:ext cx="3335316" cy="487141"/>
            </a:xfrm>
            <a:prstGeom prst="rect">
              <a:avLst/>
            </a:prstGeom>
            <a:noFill/>
          </p:spPr>
          <p:txBody>
            <a:bodyPr wrap="square" rtlCol="0">
              <a:spAutoFit/>
            </a:bodyPr>
            <a:p>
              <a:pPr>
                <a:lnSpc>
                  <a:spcPct val="120000"/>
                </a:lnSpc>
              </a:pPr>
              <a:r>
                <a:rPr lang="en-US" altLang="zh-CN" sz="1800" kern="100">
                  <a:effectLst/>
                  <a:latin typeface="思源黑体" panose="020B0400000000000000" pitchFamily="34" charset="-122"/>
                  <a:ea typeface="思源黑体" panose="020B0400000000000000" pitchFamily="34" charset="-122"/>
                  <a:sym typeface="思源黑体" panose="020B0400000000000000" pitchFamily="34" charset="-122"/>
                </a:rPr>
                <a:t>OpenHarmony 3.1 Release</a:t>
              </a:r>
              <a:endParaRPr lang="zh-CN" altLang="en-US" sz="20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74" name="文本框 73"/>
            <p:cNvSpPr txBox="1"/>
            <p:nvPr>
              <p:custDataLst>
                <p:tags r:id="rId8"/>
              </p:custDataLst>
            </p:nvPr>
          </p:nvSpPr>
          <p:spPr>
            <a:xfrm>
              <a:off x="6134100" y="3694431"/>
              <a:ext cx="2881554" cy="1139339"/>
            </a:xfrm>
            <a:prstGeom prst="rect">
              <a:avLst/>
            </a:prstGeom>
            <a:noFill/>
          </p:spPr>
          <p:txBody>
            <a:bodyPr wrap="square" lIns="68559" tIns="34280" rIns="68559" bIns="34280" rtlCol="0">
              <a:spAutoFit/>
            </a:bodyPr>
            <a:p>
              <a:pPr lvl="0" algn="l">
                <a:lnSpc>
                  <a:spcPct val="120000"/>
                </a:lnSpc>
                <a:spcAft>
                  <a:spcPct val="0"/>
                </a:spcAft>
                <a:buClr>
                  <a:srgbClr val="292929"/>
                </a:buClr>
                <a:buSzTx/>
                <a:buFontTx/>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2022</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3</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月份，开放原子开源基金会正式发布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3.1 Release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版本，该版本的发布是一个里程碑事件，标志着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基本具备了带屏设备的产品能力，</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3.1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版本为上手机、</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PC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做好了准备。</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75" name="Oval 414"/>
          <p:cNvSpPr>
            <a:spLocks noChangeArrowheads="1"/>
          </p:cNvSpPr>
          <p:nvPr>
            <p:custDataLst>
              <p:tags r:id="rId9"/>
            </p:custDataLst>
          </p:nvPr>
        </p:nvSpPr>
        <p:spPr bwMode="auto">
          <a:xfrm>
            <a:off x="9078595" y="3141345"/>
            <a:ext cx="457835" cy="396240"/>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76" name="Oval 415"/>
          <p:cNvSpPr>
            <a:spLocks noChangeArrowheads="1"/>
          </p:cNvSpPr>
          <p:nvPr>
            <p:custDataLst>
              <p:tags r:id="rId10"/>
            </p:custDataLst>
          </p:nvPr>
        </p:nvSpPr>
        <p:spPr bwMode="auto">
          <a:xfrm>
            <a:off x="9215120" y="3280410"/>
            <a:ext cx="187960" cy="163195"/>
          </a:xfrm>
          <a:prstGeom prst="ellipse">
            <a:avLst/>
          </a:prstGeom>
          <a:solidFill>
            <a:srgbClr val="566CD3"/>
          </a:solidFill>
          <a:ln w="9525">
            <a:noFill/>
            <a:round/>
          </a:ln>
        </p:spPr>
        <p:txBody>
          <a:bodyPr lIns="64774" tIns="32386" rIns="64774" bIns="32386"/>
          <a:p>
            <a:pPr defTabSz="912495">
              <a:lnSpc>
                <a:spcPct val="120000"/>
              </a:lnSpc>
              <a:defRPr/>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nvGrpSpPr>
          <p:cNvPr id="77" name="组合 76"/>
          <p:cNvGrpSpPr/>
          <p:nvPr/>
        </p:nvGrpSpPr>
        <p:grpSpPr>
          <a:xfrm>
            <a:off x="7820660" y="1751965"/>
            <a:ext cx="3575685" cy="1199515"/>
            <a:chOff x="6437841" y="3160619"/>
            <a:chExt cx="2654185" cy="1365835"/>
          </a:xfrm>
        </p:grpSpPr>
        <p:sp>
          <p:nvSpPr>
            <p:cNvPr id="78" name="文本框 77"/>
            <p:cNvSpPr txBox="1"/>
            <p:nvPr>
              <p:custDataLst>
                <p:tags r:id="rId11"/>
              </p:custDataLst>
            </p:nvPr>
          </p:nvSpPr>
          <p:spPr>
            <a:xfrm>
              <a:off x="6469858" y="3160619"/>
              <a:ext cx="2622168" cy="860426"/>
            </a:xfrm>
            <a:prstGeom prst="rect">
              <a:avLst/>
            </a:prstGeom>
            <a:noFill/>
          </p:spPr>
          <p:txBody>
            <a:bodyPr wrap="square" rtlCol="0">
              <a:spAutoFit/>
            </a:bodyPr>
            <a:p>
              <a:pPr>
                <a:lnSpc>
                  <a:spcPct val="120000"/>
                </a:lnSpc>
              </a:pPr>
              <a:r>
                <a:rPr lang="en-US" altLang="zh-CN" sz="1800" kern="100">
                  <a:solidFill>
                    <a:srgbClr val="191919"/>
                  </a:solidFill>
                  <a:effectLst/>
                  <a:latin typeface="思源黑体" panose="020B0400000000000000" pitchFamily="34" charset="-122"/>
                  <a:ea typeface="思源黑体" panose="020B0400000000000000" pitchFamily="34" charset="-122"/>
                  <a:sym typeface="思源黑体" panose="020B0400000000000000" pitchFamily="34" charset="-122"/>
                </a:rPr>
                <a:t>OpenHarmony 3.2 </a:t>
              </a:r>
              <a:endParaRPr lang="en-US" altLang="zh-CN" sz="1800" kern="100">
                <a:solidFill>
                  <a:srgbClr val="191919"/>
                </a:solidFill>
                <a:effectLst/>
                <a:latin typeface="思源黑体" panose="020B0400000000000000" pitchFamily="34" charset="-122"/>
                <a:ea typeface="思源黑体" panose="020B0400000000000000" pitchFamily="34" charset="-122"/>
                <a:sym typeface="思源黑体" panose="020B0400000000000000" pitchFamily="34" charset="-122"/>
              </a:endParaRPr>
            </a:p>
            <a:p>
              <a:pPr>
                <a:lnSpc>
                  <a:spcPct val="120000"/>
                </a:lnSpc>
              </a:pPr>
              <a:r>
                <a:rPr lang="en-US" altLang="zh-CN" sz="1800" kern="100">
                  <a:solidFill>
                    <a:srgbClr val="191919"/>
                  </a:solidFill>
                  <a:effectLst/>
                  <a:latin typeface="思源黑体" panose="020B0400000000000000" pitchFamily="34" charset="-122"/>
                  <a:ea typeface="思源黑体" panose="020B0400000000000000" pitchFamily="34" charset="-122"/>
                  <a:sym typeface="思源黑体" panose="020B0400000000000000" pitchFamily="34" charset="-122"/>
                </a:rPr>
                <a:t>Release</a:t>
              </a:r>
              <a:endParaRPr lang="zh-CN" altLang="en-US" sz="20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79" name="文本框 78"/>
            <p:cNvSpPr txBox="1"/>
            <p:nvPr>
              <p:custDataLst>
                <p:tags r:id="rId12"/>
              </p:custDataLst>
            </p:nvPr>
          </p:nvSpPr>
          <p:spPr>
            <a:xfrm>
              <a:off x="6437841" y="4029721"/>
              <a:ext cx="2333665" cy="496733"/>
            </a:xfrm>
            <a:prstGeom prst="rect">
              <a:avLst/>
            </a:prstGeom>
            <a:noFill/>
          </p:spPr>
          <p:txBody>
            <a:bodyPr wrap="square" lIns="68559" tIns="34280" rIns="68559" bIns="34280" rtlCol="0">
              <a:spAutoFit/>
            </a:bodyPr>
            <a:p>
              <a:pPr lvl="0" algn="l">
                <a:lnSpc>
                  <a:spcPct val="120000"/>
                </a:lnSpc>
                <a:spcAft>
                  <a:spcPct val="0"/>
                </a:spcAft>
                <a:buClr>
                  <a:srgbClr val="292929"/>
                </a:buClr>
                <a:buSzTx/>
                <a:buFontTx/>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2023</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月正式发布，该版本系统已经足够流畅支持各行各业开发复杂带屏设备。</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80" name="Oval 416"/>
          <p:cNvSpPr>
            <a:spLocks noChangeArrowheads="1"/>
          </p:cNvSpPr>
          <p:nvPr>
            <p:custDataLst>
              <p:tags r:id="rId13"/>
            </p:custDataLst>
          </p:nvPr>
        </p:nvSpPr>
        <p:spPr bwMode="auto">
          <a:xfrm>
            <a:off x="3255010" y="3136900"/>
            <a:ext cx="455930" cy="396240"/>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81" name="Oval 417"/>
          <p:cNvSpPr>
            <a:spLocks noChangeArrowheads="1"/>
          </p:cNvSpPr>
          <p:nvPr>
            <p:custDataLst>
              <p:tags r:id="rId14"/>
            </p:custDataLst>
          </p:nvPr>
        </p:nvSpPr>
        <p:spPr bwMode="auto">
          <a:xfrm>
            <a:off x="3391535" y="3270250"/>
            <a:ext cx="191135" cy="163195"/>
          </a:xfrm>
          <a:prstGeom prst="ellipse">
            <a:avLst/>
          </a:prstGeom>
          <a:solidFill>
            <a:srgbClr val="566CD3"/>
          </a:solidFill>
          <a:ln w="9525">
            <a:noFill/>
            <a:round/>
          </a:ln>
        </p:spPr>
        <p:txBody>
          <a:bodyPr lIns="64774" tIns="32386" rIns="64774" bIns="32386"/>
          <a:p>
            <a:pPr defTabSz="912495">
              <a:lnSpc>
                <a:spcPct val="120000"/>
              </a:lnSpc>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par>
                                <p:cTn id="17" presetID="22" presetClass="entr" presetSubtype="8"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p:cTn id="24" dur="500" fill="hold"/>
                                        <p:tgtEl>
                                          <p:spTgt spid="45"/>
                                        </p:tgtEl>
                                        <p:attrNameLst>
                                          <p:attrName>ppt_w</p:attrName>
                                        </p:attrNameLst>
                                      </p:cBhvr>
                                      <p:tavLst>
                                        <p:tav tm="0">
                                          <p:val>
                                            <p:fltVal val="0"/>
                                          </p:val>
                                        </p:tav>
                                        <p:tav tm="100000">
                                          <p:val>
                                            <p:strVal val="#ppt_w"/>
                                          </p:val>
                                        </p:tav>
                                      </p:tavLst>
                                    </p:anim>
                                    <p:anim calcmode="lin" valueType="num">
                                      <p:cBhvr>
                                        <p:cTn id="25" dur="500" fill="hold"/>
                                        <p:tgtEl>
                                          <p:spTgt spid="45"/>
                                        </p:tgtEl>
                                        <p:attrNameLst>
                                          <p:attrName>ppt_h</p:attrName>
                                        </p:attrNameLst>
                                      </p:cBhvr>
                                      <p:tavLst>
                                        <p:tav tm="0">
                                          <p:val>
                                            <p:fltVal val="0"/>
                                          </p:val>
                                        </p:tav>
                                        <p:tav tm="100000">
                                          <p:val>
                                            <p:strVal val="#ppt_h"/>
                                          </p:val>
                                        </p:tav>
                                      </p:tavLst>
                                    </p:anim>
                                    <p:animEffect transition="in" filter="fade">
                                      <p:cBhvr>
                                        <p:cTn id="26" dur="500"/>
                                        <p:tgtEl>
                                          <p:spTgt spid="45"/>
                                        </p:tgtEl>
                                      </p:cBhvr>
                                    </p:animEffect>
                                  </p:childTnLst>
                                </p:cTn>
                              </p:par>
                            </p:childTnLst>
                          </p:cTn>
                        </p:par>
                        <p:par>
                          <p:cTn id="27" fill="hold">
                            <p:stCondLst>
                              <p:cond delay="500"/>
                            </p:stCondLst>
                            <p:childTnLst>
                              <p:par>
                                <p:cTn id="28" presetID="53" presetClass="entr" presetSubtype="16" fill="hold" grpId="0" nodeType="after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p:cTn id="30" dur="500" fill="hold"/>
                                        <p:tgtEl>
                                          <p:spTgt spid="47"/>
                                        </p:tgtEl>
                                        <p:attrNameLst>
                                          <p:attrName>ppt_w</p:attrName>
                                        </p:attrNameLst>
                                      </p:cBhvr>
                                      <p:tavLst>
                                        <p:tav tm="0">
                                          <p:val>
                                            <p:fltVal val="0"/>
                                          </p:val>
                                        </p:tav>
                                        <p:tav tm="100000">
                                          <p:val>
                                            <p:strVal val="#ppt_w"/>
                                          </p:val>
                                        </p:tav>
                                      </p:tavLst>
                                    </p:anim>
                                    <p:anim calcmode="lin" valueType="num">
                                      <p:cBhvr>
                                        <p:cTn id="31" dur="500" fill="hold"/>
                                        <p:tgtEl>
                                          <p:spTgt spid="47"/>
                                        </p:tgtEl>
                                        <p:attrNameLst>
                                          <p:attrName>ppt_h</p:attrName>
                                        </p:attrNameLst>
                                      </p:cBhvr>
                                      <p:tavLst>
                                        <p:tav tm="0">
                                          <p:val>
                                            <p:fltVal val="0"/>
                                          </p:val>
                                        </p:tav>
                                        <p:tav tm="100000">
                                          <p:val>
                                            <p:strVal val="#ppt_h"/>
                                          </p:val>
                                        </p:tav>
                                      </p:tavLst>
                                    </p:anim>
                                    <p:animEffect transition="in" filter="fade">
                                      <p:cBhvr>
                                        <p:cTn id="32" dur="500"/>
                                        <p:tgtEl>
                                          <p:spTgt spid="47"/>
                                        </p:tgtEl>
                                      </p:cBhvr>
                                    </p:animEffect>
                                  </p:childTnLst>
                                </p:cTn>
                              </p:par>
                            </p:childTnLst>
                          </p:cTn>
                        </p:par>
                        <p:par>
                          <p:cTn id="33" fill="hold">
                            <p:stCondLst>
                              <p:cond delay="1000"/>
                            </p:stCondLst>
                            <p:childTnLst>
                              <p:par>
                                <p:cTn id="34" presetID="47" presetClass="entr" presetSubtype="0" fill="hold"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1000"/>
                                        <p:tgtEl>
                                          <p:spTgt spid="32"/>
                                        </p:tgtEl>
                                      </p:cBhvr>
                                    </p:animEffect>
                                    <p:anim calcmode="lin" valueType="num">
                                      <p:cBhvr>
                                        <p:cTn id="37" dur="1000" fill="hold"/>
                                        <p:tgtEl>
                                          <p:spTgt spid="32"/>
                                        </p:tgtEl>
                                        <p:attrNameLst>
                                          <p:attrName>ppt_x</p:attrName>
                                        </p:attrNameLst>
                                      </p:cBhvr>
                                      <p:tavLst>
                                        <p:tav tm="0">
                                          <p:val>
                                            <p:strVal val="#ppt_x"/>
                                          </p:val>
                                        </p:tav>
                                        <p:tav tm="100000">
                                          <p:val>
                                            <p:strVal val="#ppt_x"/>
                                          </p:val>
                                        </p:tav>
                                      </p:tavLst>
                                    </p:anim>
                                    <p:anim calcmode="lin" valueType="num">
                                      <p:cBhvr>
                                        <p:cTn id="3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80"/>
                                        </p:tgtEl>
                                        <p:attrNameLst>
                                          <p:attrName>style.visibility</p:attrName>
                                        </p:attrNameLst>
                                      </p:cBhvr>
                                      <p:to>
                                        <p:strVal val="visible"/>
                                      </p:to>
                                    </p:set>
                                    <p:anim calcmode="lin" valueType="num">
                                      <p:cBhvr>
                                        <p:cTn id="43" dur="500" fill="hold"/>
                                        <p:tgtEl>
                                          <p:spTgt spid="80"/>
                                        </p:tgtEl>
                                        <p:attrNameLst>
                                          <p:attrName>ppt_w</p:attrName>
                                        </p:attrNameLst>
                                      </p:cBhvr>
                                      <p:tavLst>
                                        <p:tav tm="0">
                                          <p:val>
                                            <p:fltVal val="0"/>
                                          </p:val>
                                        </p:tav>
                                        <p:tav tm="100000">
                                          <p:val>
                                            <p:strVal val="#ppt_w"/>
                                          </p:val>
                                        </p:tav>
                                      </p:tavLst>
                                    </p:anim>
                                    <p:anim calcmode="lin" valueType="num">
                                      <p:cBhvr>
                                        <p:cTn id="44" dur="500" fill="hold"/>
                                        <p:tgtEl>
                                          <p:spTgt spid="80"/>
                                        </p:tgtEl>
                                        <p:attrNameLst>
                                          <p:attrName>ppt_h</p:attrName>
                                        </p:attrNameLst>
                                      </p:cBhvr>
                                      <p:tavLst>
                                        <p:tav tm="0">
                                          <p:val>
                                            <p:fltVal val="0"/>
                                          </p:val>
                                        </p:tav>
                                        <p:tav tm="100000">
                                          <p:val>
                                            <p:strVal val="#ppt_h"/>
                                          </p:val>
                                        </p:tav>
                                      </p:tavLst>
                                    </p:anim>
                                    <p:animEffect transition="in" filter="fade">
                                      <p:cBhvr>
                                        <p:cTn id="45" dur="500"/>
                                        <p:tgtEl>
                                          <p:spTgt spid="80"/>
                                        </p:tgtEl>
                                      </p:cBhvr>
                                    </p:animEffect>
                                  </p:childTnLst>
                                </p:cTn>
                              </p:par>
                            </p:childTnLst>
                          </p:cTn>
                        </p:par>
                        <p:par>
                          <p:cTn id="46" fill="hold">
                            <p:stCondLst>
                              <p:cond delay="500"/>
                            </p:stCondLst>
                            <p:childTnLst>
                              <p:par>
                                <p:cTn id="47" presetID="53" presetClass="entr" presetSubtype="16" fill="hold" grpId="0" nodeType="afterEffect">
                                  <p:stCondLst>
                                    <p:cond delay="0"/>
                                  </p:stCondLst>
                                  <p:childTnLst>
                                    <p:set>
                                      <p:cBhvr>
                                        <p:cTn id="48" dur="1" fill="hold">
                                          <p:stCondLst>
                                            <p:cond delay="0"/>
                                          </p:stCondLst>
                                        </p:cTn>
                                        <p:tgtEl>
                                          <p:spTgt spid="81"/>
                                        </p:tgtEl>
                                        <p:attrNameLst>
                                          <p:attrName>style.visibility</p:attrName>
                                        </p:attrNameLst>
                                      </p:cBhvr>
                                      <p:to>
                                        <p:strVal val="visible"/>
                                      </p:to>
                                    </p:set>
                                    <p:anim calcmode="lin" valueType="num">
                                      <p:cBhvr>
                                        <p:cTn id="49" dur="500" fill="hold"/>
                                        <p:tgtEl>
                                          <p:spTgt spid="81"/>
                                        </p:tgtEl>
                                        <p:attrNameLst>
                                          <p:attrName>ppt_w</p:attrName>
                                        </p:attrNameLst>
                                      </p:cBhvr>
                                      <p:tavLst>
                                        <p:tav tm="0">
                                          <p:val>
                                            <p:fltVal val="0"/>
                                          </p:val>
                                        </p:tav>
                                        <p:tav tm="100000">
                                          <p:val>
                                            <p:strVal val="#ppt_w"/>
                                          </p:val>
                                        </p:tav>
                                      </p:tavLst>
                                    </p:anim>
                                    <p:anim calcmode="lin" valueType="num">
                                      <p:cBhvr>
                                        <p:cTn id="50" dur="500" fill="hold"/>
                                        <p:tgtEl>
                                          <p:spTgt spid="81"/>
                                        </p:tgtEl>
                                        <p:attrNameLst>
                                          <p:attrName>ppt_h</p:attrName>
                                        </p:attrNameLst>
                                      </p:cBhvr>
                                      <p:tavLst>
                                        <p:tav tm="0">
                                          <p:val>
                                            <p:fltVal val="0"/>
                                          </p:val>
                                        </p:tav>
                                        <p:tav tm="100000">
                                          <p:val>
                                            <p:strVal val="#ppt_h"/>
                                          </p:val>
                                        </p:tav>
                                      </p:tavLst>
                                    </p:anim>
                                    <p:animEffect transition="in" filter="fade">
                                      <p:cBhvr>
                                        <p:cTn id="51" dur="500"/>
                                        <p:tgtEl>
                                          <p:spTgt spid="81"/>
                                        </p:tgtEl>
                                      </p:cBhvr>
                                    </p:animEffect>
                                  </p:childTnLst>
                                </p:cTn>
                              </p:par>
                            </p:childTnLst>
                          </p:cTn>
                        </p:par>
                        <p:par>
                          <p:cTn id="52" fill="hold">
                            <p:stCondLst>
                              <p:cond delay="1000"/>
                            </p:stCondLst>
                            <p:childTnLst>
                              <p:par>
                                <p:cTn id="53" presetID="47" presetClass="entr" presetSubtype="0" fill="hold" nodeType="after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fade">
                                      <p:cBhvr>
                                        <p:cTn id="55" dur="1000"/>
                                        <p:tgtEl>
                                          <p:spTgt spid="46"/>
                                        </p:tgtEl>
                                      </p:cBhvr>
                                    </p:animEffect>
                                    <p:anim calcmode="lin" valueType="num">
                                      <p:cBhvr>
                                        <p:cTn id="56" dur="1000" fill="hold"/>
                                        <p:tgtEl>
                                          <p:spTgt spid="46"/>
                                        </p:tgtEl>
                                        <p:attrNameLst>
                                          <p:attrName>ppt_x</p:attrName>
                                        </p:attrNameLst>
                                      </p:cBhvr>
                                      <p:tavLst>
                                        <p:tav tm="0">
                                          <p:val>
                                            <p:strVal val="#ppt_x"/>
                                          </p:val>
                                        </p:tav>
                                        <p:tav tm="100000">
                                          <p:val>
                                            <p:strVal val="#ppt_x"/>
                                          </p:val>
                                        </p:tav>
                                      </p:tavLst>
                                    </p:anim>
                                    <p:anim calcmode="lin" valueType="num">
                                      <p:cBhvr>
                                        <p:cTn id="57"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childTnLst>
                          </p:cTn>
                        </p:par>
                        <p:par>
                          <p:cTn id="65" fill="hold">
                            <p:stCondLst>
                              <p:cond delay="500"/>
                            </p:stCondLst>
                            <p:childTnLst>
                              <p:par>
                                <p:cTn id="66" presetID="53" presetClass="entr" presetSubtype="16" fill="hold" grpId="0" nodeType="afterEffect">
                                  <p:stCondLst>
                                    <p:cond delay="0"/>
                                  </p:stCondLst>
                                  <p:childTnLst>
                                    <p:set>
                                      <p:cBhvr>
                                        <p:cTn id="67" dur="1" fill="hold">
                                          <p:stCondLst>
                                            <p:cond delay="0"/>
                                          </p:stCondLst>
                                        </p:cTn>
                                        <p:tgtEl>
                                          <p:spTgt spid="63"/>
                                        </p:tgtEl>
                                        <p:attrNameLst>
                                          <p:attrName>style.visibility</p:attrName>
                                        </p:attrNameLst>
                                      </p:cBhvr>
                                      <p:to>
                                        <p:strVal val="visible"/>
                                      </p:to>
                                    </p:set>
                                    <p:anim calcmode="lin" valueType="num">
                                      <p:cBhvr>
                                        <p:cTn id="68" dur="500" fill="hold"/>
                                        <p:tgtEl>
                                          <p:spTgt spid="63"/>
                                        </p:tgtEl>
                                        <p:attrNameLst>
                                          <p:attrName>ppt_w</p:attrName>
                                        </p:attrNameLst>
                                      </p:cBhvr>
                                      <p:tavLst>
                                        <p:tav tm="0">
                                          <p:val>
                                            <p:fltVal val="0"/>
                                          </p:val>
                                        </p:tav>
                                        <p:tav tm="100000">
                                          <p:val>
                                            <p:strVal val="#ppt_w"/>
                                          </p:val>
                                        </p:tav>
                                      </p:tavLst>
                                    </p:anim>
                                    <p:anim calcmode="lin" valueType="num">
                                      <p:cBhvr>
                                        <p:cTn id="69" dur="500" fill="hold"/>
                                        <p:tgtEl>
                                          <p:spTgt spid="63"/>
                                        </p:tgtEl>
                                        <p:attrNameLst>
                                          <p:attrName>ppt_h</p:attrName>
                                        </p:attrNameLst>
                                      </p:cBhvr>
                                      <p:tavLst>
                                        <p:tav tm="0">
                                          <p:val>
                                            <p:fltVal val="0"/>
                                          </p:val>
                                        </p:tav>
                                        <p:tav tm="100000">
                                          <p:val>
                                            <p:strVal val="#ppt_h"/>
                                          </p:val>
                                        </p:tav>
                                      </p:tavLst>
                                    </p:anim>
                                    <p:animEffect transition="in" filter="fade">
                                      <p:cBhvr>
                                        <p:cTn id="70" dur="500"/>
                                        <p:tgtEl>
                                          <p:spTgt spid="63"/>
                                        </p:tgtEl>
                                      </p:cBhvr>
                                    </p:animEffect>
                                  </p:childTnLst>
                                </p:cTn>
                              </p:par>
                            </p:childTnLst>
                          </p:cTn>
                        </p:par>
                        <p:par>
                          <p:cTn id="71" fill="hold">
                            <p:stCondLst>
                              <p:cond delay="1000"/>
                            </p:stCondLst>
                            <p:childTnLst>
                              <p:par>
                                <p:cTn id="72" presetID="47" presetClass="entr" presetSubtype="0" fill="hold" nodeType="afterEffect">
                                  <p:stCondLst>
                                    <p:cond delay="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1000"/>
                                        <p:tgtEl>
                                          <p:spTgt spid="64"/>
                                        </p:tgtEl>
                                      </p:cBhvr>
                                    </p:animEffect>
                                    <p:anim calcmode="lin" valueType="num">
                                      <p:cBhvr>
                                        <p:cTn id="75" dur="1000" fill="hold"/>
                                        <p:tgtEl>
                                          <p:spTgt spid="64"/>
                                        </p:tgtEl>
                                        <p:attrNameLst>
                                          <p:attrName>ppt_x</p:attrName>
                                        </p:attrNameLst>
                                      </p:cBhvr>
                                      <p:tavLst>
                                        <p:tav tm="0">
                                          <p:val>
                                            <p:strVal val="#ppt_x"/>
                                          </p:val>
                                        </p:tav>
                                        <p:tav tm="100000">
                                          <p:val>
                                            <p:strVal val="#ppt_x"/>
                                          </p:val>
                                        </p:tav>
                                      </p:tavLst>
                                    </p:anim>
                                    <p:anim calcmode="lin" valueType="num">
                                      <p:cBhvr>
                                        <p:cTn id="76"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41"/>
                                        </p:tgtEl>
                                        <p:attrNameLst>
                                          <p:attrName>style.visibility</p:attrName>
                                        </p:attrNameLst>
                                      </p:cBhvr>
                                      <p:to>
                                        <p:strVal val="visible"/>
                                      </p:to>
                                    </p:set>
                                    <p:anim calcmode="lin" valueType="num">
                                      <p:cBhvr>
                                        <p:cTn id="81" dur="500" fill="hold"/>
                                        <p:tgtEl>
                                          <p:spTgt spid="41"/>
                                        </p:tgtEl>
                                        <p:attrNameLst>
                                          <p:attrName>ppt_w</p:attrName>
                                        </p:attrNameLst>
                                      </p:cBhvr>
                                      <p:tavLst>
                                        <p:tav tm="0">
                                          <p:val>
                                            <p:fltVal val="0"/>
                                          </p:val>
                                        </p:tav>
                                        <p:tav tm="100000">
                                          <p:val>
                                            <p:strVal val="#ppt_w"/>
                                          </p:val>
                                        </p:tav>
                                      </p:tavLst>
                                    </p:anim>
                                    <p:anim calcmode="lin" valueType="num">
                                      <p:cBhvr>
                                        <p:cTn id="82" dur="500" fill="hold"/>
                                        <p:tgtEl>
                                          <p:spTgt spid="41"/>
                                        </p:tgtEl>
                                        <p:attrNameLst>
                                          <p:attrName>ppt_h</p:attrName>
                                        </p:attrNameLst>
                                      </p:cBhvr>
                                      <p:tavLst>
                                        <p:tav tm="0">
                                          <p:val>
                                            <p:fltVal val="0"/>
                                          </p:val>
                                        </p:tav>
                                        <p:tav tm="100000">
                                          <p:val>
                                            <p:strVal val="#ppt_h"/>
                                          </p:val>
                                        </p:tav>
                                      </p:tavLst>
                                    </p:anim>
                                    <p:animEffect transition="in" filter="fade">
                                      <p:cBhvr>
                                        <p:cTn id="83" dur="500"/>
                                        <p:tgtEl>
                                          <p:spTgt spid="41"/>
                                        </p:tgtEl>
                                      </p:cBhvr>
                                    </p:animEffect>
                                  </p:childTnLst>
                                </p:cTn>
                              </p:par>
                            </p:childTnLst>
                          </p:cTn>
                        </p:par>
                        <p:par>
                          <p:cTn id="84" fill="hold">
                            <p:stCondLst>
                              <p:cond delay="500"/>
                            </p:stCondLst>
                            <p:childTnLst>
                              <p:par>
                                <p:cTn id="85" presetID="53" presetClass="entr" presetSubtype="16" fill="hold" grpId="0" nodeType="afterEffect">
                                  <p:stCondLst>
                                    <p:cond delay="0"/>
                                  </p:stCondLst>
                                  <p:childTnLst>
                                    <p:set>
                                      <p:cBhvr>
                                        <p:cTn id="86" dur="1" fill="hold">
                                          <p:stCondLst>
                                            <p:cond delay="0"/>
                                          </p:stCondLst>
                                        </p:cTn>
                                        <p:tgtEl>
                                          <p:spTgt spid="42"/>
                                        </p:tgtEl>
                                        <p:attrNameLst>
                                          <p:attrName>style.visibility</p:attrName>
                                        </p:attrNameLst>
                                      </p:cBhvr>
                                      <p:to>
                                        <p:strVal val="visible"/>
                                      </p:to>
                                    </p:set>
                                    <p:anim calcmode="lin" valueType="num">
                                      <p:cBhvr>
                                        <p:cTn id="87" dur="500" fill="hold"/>
                                        <p:tgtEl>
                                          <p:spTgt spid="42"/>
                                        </p:tgtEl>
                                        <p:attrNameLst>
                                          <p:attrName>ppt_w</p:attrName>
                                        </p:attrNameLst>
                                      </p:cBhvr>
                                      <p:tavLst>
                                        <p:tav tm="0">
                                          <p:val>
                                            <p:fltVal val="0"/>
                                          </p:val>
                                        </p:tav>
                                        <p:tav tm="100000">
                                          <p:val>
                                            <p:strVal val="#ppt_w"/>
                                          </p:val>
                                        </p:tav>
                                      </p:tavLst>
                                    </p:anim>
                                    <p:anim calcmode="lin" valueType="num">
                                      <p:cBhvr>
                                        <p:cTn id="88" dur="500" fill="hold"/>
                                        <p:tgtEl>
                                          <p:spTgt spid="42"/>
                                        </p:tgtEl>
                                        <p:attrNameLst>
                                          <p:attrName>ppt_h</p:attrName>
                                        </p:attrNameLst>
                                      </p:cBhvr>
                                      <p:tavLst>
                                        <p:tav tm="0">
                                          <p:val>
                                            <p:fltVal val="0"/>
                                          </p:val>
                                        </p:tav>
                                        <p:tav tm="100000">
                                          <p:val>
                                            <p:strVal val="#ppt_h"/>
                                          </p:val>
                                        </p:tav>
                                      </p:tavLst>
                                    </p:anim>
                                    <p:animEffect transition="in" filter="fade">
                                      <p:cBhvr>
                                        <p:cTn id="89" dur="500"/>
                                        <p:tgtEl>
                                          <p:spTgt spid="42"/>
                                        </p:tgtEl>
                                      </p:cBhvr>
                                    </p:animEffect>
                                  </p:childTnLst>
                                </p:cTn>
                              </p:par>
                            </p:childTnLst>
                          </p:cTn>
                        </p:par>
                        <p:par>
                          <p:cTn id="90" fill="hold">
                            <p:stCondLst>
                              <p:cond delay="1000"/>
                            </p:stCondLst>
                            <p:childTnLst>
                              <p:par>
                                <p:cTn id="91" presetID="47" presetClass="entr" presetSubtype="0" fill="hold" nodeType="after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fade">
                                      <p:cBhvr>
                                        <p:cTn id="93" dur="1000"/>
                                        <p:tgtEl>
                                          <p:spTgt spid="59"/>
                                        </p:tgtEl>
                                      </p:cBhvr>
                                    </p:animEffect>
                                    <p:anim calcmode="lin" valueType="num">
                                      <p:cBhvr>
                                        <p:cTn id="94" dur="1000" fill="hold"/>
                                        <p:tgtEl>
                                          <p:spTgt spid="59"/>
                                        </p:tgtEl>
                                        <p:attrNameLst>
                                          <p:attrName>ppt_x</p:attrName>
                                        </p:attrNameLst>
                                      </p:cBhvr>
                                      <p:tavLst>
                                        <p:tav tm="0">
                                          <p:val>
                                            <p:strVal val="#ppt_x"/>
                                          </p:val>
                                        </p:tav>
                                        <p:tav tm="100000">
                                          <p:val>
                                            <p:strVal val="#ppt_x"/>
                                          </p:val>
                                        </p:tav>
                                      </p:tavLst>
                                    </p:anim>
                                    <p:anim calcmode="lin" valueType="num">
                                      <p:cBhvr>
                                        <p:cTn id="95"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67"/>
                                        </p:tgtEl>
                                        <p:attrNameLst>
                                          <p:attrName>style.visibility</p:attrName>
                                        </p:attrNameLst>
                                      </p:cBhvr>
                                      <p:to>
                                        <p:strVal val="visible"/>
                                      </p:to>
                                    </p:set>
                                    <p:anim calcmode="lin" valueType="num">
                                      <p:cBhvr>
                                        <p:cTn id="100" dur="500" fill="hold"/>
                                        <p:tgtEl>
                                          <p:spTgt spid="67"/>
                                        </p:tgtEl>
                                        <p:attrNameLst>
                                          <p:attrName>ppt_w</p:attrName>
                                        </p:attrNameLst>
                                      </p:cBhvr>
                                      <p:tavLst>
                                        <p:tav tm="0">
                                          <p:val>
                                            <p:fltVal val="0"/>
                                          </p:val>
                                        </p:tav>
                                        <p:tav tm="100000">
                                          <p:val>
                                            <p:strVal val="#ppt_w"/>
                                          </p:val>
                                        </p:tav>
                                      </p:tavLst>
                                    </p:anim>
                                    <p:anim calcmode="lin" valueType="num">
                                      <p:cBhvr>
                                        <p:cTn id="101" dur="500" fill="hold"/>
                                        <p:tgtEl>
                                          <p:spTgt spid="67"/>
                                        </p:tgtEl>
                                        <p:attrNameLst>
                                          <p:attrName>ppt_h</p:attrName>
                                        </p:attrNameLst>
                                      </p:cBhvr>
                                      <p:tavLst>
                                        <p:tav tm="0">
                                          <p:val>
                                            <p:fltVal val="0"/>
                                          </p:val>
                                        </p:tav>
                                        <p:tav tm="100000">
                                          <p:val>
                                            <p:strVal val="#ppt_h"/>
                                          </p:val>
                                        </p:tav>
                                      </p:tavLst>
                                    </p:anim>
                                    <p:animEffect transition="in" filter="fade">
                                      <p:cBhvr>
                                        <p:cTn id="102" dur="500"/>
                                        <p:tgtEl>
                                          <p:spTgt spid="67"/>
                                        </p:tgtEl>
                                      </p:cBhvr>
                                    </p:animEffect>
                                  </p:childTnLst>
                                </p:cTn>
                              </p:par>
                            </p:childTnLst>
                          </p:cTn>
                        </p:par>
                        <p:par>
                          <p:cTn id="103" fill="hold">
                            <p:stCondLst>
                              <p:cond delay="500"/>
                            </p:stCondLst>
                            <p:childTnLst>
                              <p:par>
                                <p:cTn id="104" presetID="53" presetClass="entr" presetSubtype="16" fill="hold" grpId="0" nodeType="afterEffect">
                                  <p:stCondLst>
                                    <p:cond delay="0"/>
                                  </p:stCondLst>
                                  <p:childTnLst>
                                    <p:set>
                                      <p:cBhvr>
                                        <p:cTn id="105" dur="1" fill="hold">
                                          <p:stCondLst>
                                            <p:cond delay="0"/>
                                          </p:stCondLst>
                                        </p:cTn>
                                        <p:tgtEl>
                                          <p:spTgt spid="68"/>
                                        </p:tgtEl>
                                        <p:attrNameLst>
                                          <p:attrName>style.visibility</p:attrName>
                                        </p:attrNameLst>
                                      </p:cBhvr>
                                      <p:to>
                                        <p:strVal val="visible"/>
                                      </p:to>
                                    </p:set>
                                    <p:anim calcmode="lin" valueType="num">
                                      <p:cBhvr>
                                        <p:cTn id="106" dur="500" fill="hold"/>
                                        <p:tgtEl>
                                          <p:spTgt spid="68"/>
                                        </p:tgtEl>
                                        <p:attrNameLst>
                                          <p:attrName>ppt_w</p:attrName>
                                        </p:attrNameLst>
                                      </p:cBhvr>
                                      <p:tavLst>
                                        <p:tav tm="0">
                                          <p:val>
                                            <p:fltVal val="0"/>
                                          </p:val>
                                        </p:tav>
                                        <p:tav tm="100000">
                                          <p:val>
                                            <p:strVal val="#ppt_w"/>
                                          </p:val>
                                        </p:tav>
                                      </p:tavLst>
                                    </p:anim>
                                    <p:anim calcmode="lin" valueType="num">
                                      <p:cBhvr>
                                        <p:cTn id="107" dur="500" fill="hold"/>
                                        <p:tgtEl>
                                          <p:spTgt spid="68"/>
                                        </p:tgtEl>
                                        <p:attrNameLst>
                                          <p:attrName>ppt_h</p:attrName>
                                        </p:attrNameLst>
                                      </p:cBhvr>
                                      <p:tavLst>
                                        <p:tav tm="0">
                                          <p:val>
                                            <p:fltVal val="0"/>
                                          </p:val>
                                        </p:tav>
                                        <p:tav tm="100000">
                                          <p:val>
                                            <p:strVal val="#ppt_h"/>
                                          </p:val>
                                        </p:tav>
                                      </p:tavLst>
                                    </p:anim>
                                    <p:animEffect transition="in" filter="fade">
                                      <p:cBhvr>
                                        <p:cTn id="108" dur="500"/>
                                        <p:tgtEl>
                                          <p:spTgt spid="68"/>
                                        </p:tgtEl>
                                      </p:cBhvr>
                                    </p:animEffect>
                                  </p:childTnLst>
                                </p:cTn>
                              </p:par>
                            </p:childTnLst>
                          </p:cTn>
                        </p:par>
                        <p:par>
                          <p:cTn id="109" fill="hold">
                            <p:stCondLst>
                              <p:cond delay="1000"/>
                            </p:stCondLst>
                            <p:childTnLst>
                              <p:par>
                                <p:cTn id="110" presetID="47" presetClass="entr" presetSubtype="0" fill="hold" nodeType="after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fade">
                                      <p:cBhvr>
                                        <p:cTn id="112" dur="1000"/>
                                        <p:tgtEl>
                                          <p:spTgt spid="72"/>
                                        </p:tgtEl>
                                      </p:cBhvr>
                                    </p:animEffect>
                                    <p:anim calcmode="lin" valueType="num">
                                      <p:cBhvr>
                                        <p:cTn id="113" dur="1000" fill="hold"/>
                                        <p:tgtEl>
                                          <p:spTgt spid="72"/>
                                        </p:tgtEl>
                                        <p:attrNameLst>
                                          <p:attrName>ppt_x</p:attrName>
                                        </p:attrNameLst>
                                      </p:cBhvr>
                                      <p:tavLst>
                                        <p:tav tm="0">
                                          <p:val>
                                            <p:strVal val="#ppt_x"/>
                                          </p:val>
                                        </p:tav>
                                        <p:tav tm="100000">
                                          <p:val>
                                            <p:strVal val="#ppt_x"/>
                                          </p:val>
                                        </p:tav>
                                      </p:tavLst>
                                    </p:anim>
                                    <p:anim calcmode="lin" valueType="num">
                                      <p:cBhvr>
                                        <p:cTn id="114"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75"/>
                                        </p:tgtEl>
                                        <p:attrNameLst>
                                          <p:attrName>style.visibility</p:attrName>
                                        </p:attrNameLst>
                                      </p:cBhvr>
                                      <p:to>
                                        <p:strVal val="visible"/>
                                      </p:to>
                                    </p:set>
                                    <p:anim calcmode="lin" valueType="num">
                                      <p:cBhvr>
                                        <p:cTn id="119" dur="500" fill="hold"/>
                                        <p:tgtEl>
                                          <p:spTgt spid="75"/>
                                        </p:tgtEl>
                                        <p:attrNameLst>
                                          <p:attrName>ppt_w</p:attrName>
                                        </p:attrNameLst>
                                      </p:cBhvr>
                                      <p:tavLst>
                                        <p:tav tm="0">
                                          <p:val>
                                            <p:fltVal val="0"/>
                                          </p:val>
                                        </p:tav>
                                        <p:tav tm="100000">
                                          <p:val>
                                            <p:strVal val="#ppt_w"/>
                                          </p:val>
                                        </p:tav>
                                      </p:tavLst>
                                    </p:anim>
                                    <p:anim calcmode="lin" valueType="num">
                                      <p:cBhvr>
                                        <p:cTn id="120" dur="500" fill="hold"/>
                                        <p:tgtEl>
                                          <p:spTgt spid="75"/>
                                        </p:tgtEl>
                                        <p:attrNameLst>
                                          <p:attrName>ppt_h</p:attrName>
                                        </p:attrNameLst>
                                      </p:cBhvr>
                                      <p:tavLst>
                                        <p:tav tm="0">
                                          <p:val>
                                            <p:fltVal val="0"/>
                                          </p:val>
                                        </p:tav>
                                        <p:tav tm="100000">
                                          <p:val>
                                            <p:strVal val="#ppt_h"/>
                                          </p:val>
                                        </p:tav>
                                      </p:tavLst>
                                    </p:anim>
                                    <p:animEffect transition="in" filter="fade">
                                      <p:cBhvr>
                                        <p:cTn id="121" dur="500"/>
                                        <p:tgtEl>
                                          <p:spTgt spid="75"/>
                                        </p:tgtEl>
                                      </p:cBhvr>
                                    </p:animEffect>
                                  </p:childTnLst>
                                </p:cTn>
                              </p:par>
                            </p:childTnLst>
                          </p:cTn>
                        </p:par>
                        <p:par>
                          <p:cTn id="122" fill="hold">
                            <p:stCondLst>
                              <p:cond delay="500"/>
                            </p:stCondLst>
                            <p:childTnLst>
                              <p:par>
                                <p:cTn id="123" presetID="53" presetClass="entr" presetSubtype="16" fill="hold" grpId="0" nodeType="afterEffect">
                                  <p:stCondLst>
                                    <p:cond delay="0"/>
                                  </p:stCondLst>
                                  <p:childTnLst>
                                    <p:set>
                                      <p:cBhvr>
                                        <p:cTn id="124" dur="1" fill="hold">
                                          <p:stCondLst>
                                            <p:cond delay="0"/>
                                          </p:stCondLst>
                                        </p:cTn>
                                        <p:tgtEl>
                                          <p:spTgt spid="76"/>
                                        </p:tgtEl>
                                        <p:attrNameLst>
                                          <p:attrName>style.visibility</p:attrName>
                                        </p:attrNameLst>
                                      </p:cBhvr>
                                      <p:to>
                                        <p:strVal val="visible"/>
                                      </p:to>
                                    </p:set>
                                    <p:anim calcmode="lin" valueType="num">
                                      <p:cBhvr>
                                        <p:cTn id="125" dur="500" fill="hold"/>
                                        <p:tgtEl>
                                          <p:spTgt spid="76"/>
                                        </p:tgtEl>
                                        <p:attrNameLst>
                                          <p:attrName>ppt_w</p:attrName>
                                        </p:attrNameLst>
                                      </p:cBhvr>
                                      <p:tavLst>
                                        <p:tav tm="0">
                                          <p:val>
                                            <p:fltVal val="0"/>
                                          </p:val>
                                        </p:tav>
                                        <p:tav tm="100000">
                                          <p:val>
                                            <p:strVal val="#ppt_w"/>
                                          </p:val>
                                        </p:tav>
                                      </p:tavLst>
                                    </p:anim>
                                    <p:anim calcmode="lin" valueType="num">
                                      <p:cBhvr>
                                        <p:cTn id="126" dur="500" fill="hold"/>
                                        <p:tgtEl>
                                          <p:spTgt spid="76"/>
                                        </p:tgtEl>
                                        <p:attrNameLst>
                                          <p:attrName>ppt_h</p:attrName>
                                        </p:attrNameLst>
                                      </p:cBhvr>
                                      <p:tavLst>
                                        <p:tav tm="0">
                                          <p:val>
                                            <p:fltVal val="0"/>
                                          </p:val>
                                        </p:tav>
                                        <p:tav tm="100000">
                                          <p:val>
                                            <p:strVal val="#ppt_h"/>
                                          </p:val>
                                        </p:tav>
                                      </p:tavLst>
                                    </p:anim>
                                    <p:animEffect transition="in" filter="fade">
                                      <p:cBhvr>
                                        <p:cTn id="127" dur="500"/>
                                        <p:tgtEl>
                                          <p:spTgt spid="76"/>
                                        </p:tgtEl>
                                      </p:cBhvr>
                                    </p:animEffect>
                                  </p:childTnLst>
                                </p:cTn>
                              </p:par>
                            </p:childTnLst>
                          </p:cTn>
                        </p:par>
                        <p:par>
                          <p:cTn id="128" fill="hold">
                            <p:stCondLst>
                              <p:cond delay="1000"/>
                            </p:stCondLst>
                            <p:childTnLst>
                              <p:par>
                                <p:cTn id="129" presetID="47" presetClass="entr" presetSubtype="0" fill="hold" nodeType="afterEffect">
                                  <p:stCondLst>
                                    <p:cond delay="0"/>
                                  </p:stCondLst>
                                  <p:childTnLst>
                                    <p:set>
                                      <p:cBhvr>
                                        <p:cTn id="130" dur="1" fill="hold">
                                          <p:stCondLst>
                                            <p:cond delay="0"/>
                                          </p:stCondLst>
                                        </p:cTn>
                                        <p:tgtEl>
                                          <p:spTgt spid="77"/>
                                        </p:tgtEl>
                                        <p:attrNameLst>
                                          <p:attrName>style.visibility</p:attrName>
                                        </p:attrNameLst>
                                      </p:cBhvr>
                                      <p:to>
                                        <p:strVal val="visible"/>
                                      </p:to>
                                    </p:set>
                                    <p:animEffect transition="in" filter="fade">
                                      <p:cBhvr>
                                        <p:cTn id="131" dur="1000"/>
                                        <p:tgtEl>
                                          <p:spTgt spid="77"/>
                                        </p:tgtEl>
                                      </p:cBhvr>
                                    </p:animEffect>
                                    <p:anim calcmode="lin" valueType="num">
                                      <p:cBhvr>
                                        <p:cTn id="132" dur="1000" fill="hold"/>
                                        <p:tgtEl>
                                          <p:spTgt spid="77"/>
                                        </p:tgtEl>
                                        <p:attrNameLst>
                                          <p:attrName>ppt_x</p:attrName>
                                        </p:attrNameLst>
                                      </p:cBhvr>
                                      <p:tavLst>
                                        <p:tav tm="0">
                                          <p:val>
                                            <p:strVal val="#ppt_x"/>
                                          </p:val>
                                        </p:tav>
                                        <p:tav tm="100000">
                                          <p:val>
                                            <p:strVal val="#ppt_x"/>
                                          </p:val>
                                        </p:tav>
                                      </p:tavLst>
                                    </p:anim>
                                    <p:anim calcmode="lin" valueType="num">
                                      <p:cBhvr>
                                        <p:cTn id="133"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37" grpId="0" bldLvl="0" animBg="1"/>
      <p:bldP spid="38" grpId="0" bldLvl="0" animBg="1"/>
      <p:bldP spid="39" grpId="0" bldLvl="0" animBg="1"/>
      <p:bldP spid="41" grpId="0" bldLvl="0" animBg="1"/>
      <p:bldP spid="42" grpId="0" bldLvl="0" animBg="1"/>
      <p:bldP spid="45" grpId="0" bldLvl="0" animBg="1"/>
      <p:bldP spid="47" grpId="0" bldLvl="0" animBg="1"/>
      <p:bldP spid="62" grpId="0" bldLvl="0" animBg="1"/>
      <p:bldP spid="63" grpId="0" bldLvl="0" animBg="1"/>
      <p:bldP spid="67" grpId="0" bldLvl="0" animBg="1"/>
      <p:bldP spid="68" grpId="0" bldLvl="0" animBg="1"/>
      <p:bldP spid="75" grpId="0" bldLvl="0" animBg="1"/>
      <p:bldP spid="76" grpId="0" bldLvl="0" animBg="1"/>
      <p:bldP spid="80" grpId="0" bldLvl="0" animBg="1"/>
      <p:bldP spid="8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Freeform 378"/>
          <p:cNvSpPr>
            <a:spLocks noChangeArrowheads="1"/>
          </p:cNvSpPr>
          <p:nvPr/>
        </p:nvSpPr>
        <p:spPr bwMode="auto">
          <a:xfrm>
            <a:off x="1355090" y="3474085"/>
            <a:ext cx="2047875" cy="212725"/>
          </a:xfrm>
          <a:custGeom>
            <a:avLst/>
            <a:gdLst>
              <a:gd name="T0" fmla="*/ 2147483647 w 255"/>
              <a:gd name="T1" fmla="*/ 2147483647 h 65"/>
              <a:gd name="T2" fmla="*/ 2147483647 w 255"/>
              <a:gd name="T3" fmla="*/ 0 h 65"/>
              <a:gd name="T4" fmla="*/ 2147483647 w 255"/>
              <a:gd name="T5" fmla="*/ 0 h 65"/>
              <a:gd name="T6" fmla="*/ 0 w 255"/>
              <a:gd name="T7" fmla="*/ 2147483647 h 65"/>
              <a:gd name="T8" fmla="*/ 0 w 255"/>
              <a:gd name="T9" fmla="*/ 2147483647 h 65"/>
              <a:gd name="T10" fmla="*/ 2147483647 w 255"/>
              <a:gd name="T11" fmla="*/ 2147483647 h 65"/>
              <a:gd name="T12" fmla="*/ 2147483647 w 255"/>
              <a:gd name="T13" fmla="*/ 2147483647 h 65"/>
              <a:gd name="T14" fmla="*/ 2147483647 w 255"/>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65"/>
              <a:gd name="T26" fmla="*/ 255 w 255"/>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65">
                <a:moveTo>
                  <a:pt x="255" y="33"/>
                </a:moveTo>
                <a:cubicBezTo>
                  <a:pt x="255" y="15"/>
                  <a:pt x="248" y="0"/>
                  <a:pt x="239" y="0"/>
                </a:cubicBezTo>
                <a:cubicBezTo>
                  <a:pt x="17" y="0"/>
                  <a:pt x="17" y="0"/>
                  <a:pt x="17" y="0"/>
                </a:cubicBezTo>
                <a:cubicBezTo>
                  <a:pt x="7" y="0"/>
                  <a:pt x="0" y="15"/>
                  <a:pt x="0" y="33"/>
                </a:cubicBezTo>
                <a:cubicBezTo>
                  <a:pt x="0" y="33"/>
                  <a:pt x="0" y="33"/>
                  <a:pt x="0" y="33"/>
                </a:cubicBezTo>
                <a:cubicBezTo>
                  <a:pt x="0" y="50"/>
                  <a:pt x="7" y="65"/>
                  <a:pt x="17" y="65"/>
                </a:cubicBezTo>
                <a:cubicBezTo>
                  <a:pt x="239" y="65"/>
                  <a:pt x="239" y="65"/>
                  <a:pt x="239" y="65"/>
                </a:cubicBezTo>
                <a:cubicBezTo>
                  <a:pt x="248" y="65"/>
                  <a:pt x="255" y="50"/>
                  <a:pt x="255" y="33"/>
                </a:cubicBezTo>
                <a:close/>
              </a:path>
            </a:pathLst>
          </a:custGeom>
          <a:solidFill>
            <a:srgbClr val="566CD3"/>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37" name="Freeform 379"/>
          <p:cNvSpPr>
            <a:spLocks noChangeArrowheads="1"/>
          </p:cNvSpPr>
          <p:nvPr/>
        </p:nvSpPr>
        <p:spPr bwMode="auto">
          <a:xfrm>
            <a:off x="3159125" y="3473849"/>
            <a:ext cx="827088" cy="212659"/>
          </a:xfrm>
          <a:custGeom>
            <a:avLst/>
            <a:gdLst>
              <a:gd name="T0" fmla="*/ 2147483647 w 256"/>
              <a:gd name="T1" fmla="*/ 2147483647 h 65"/>
              <a:gd name="T2" fmla="*/ 2147483647 w 256"/>
              <a:gd name="T3" fmla="*/ 0 h 65"/>
              <a:gd name="T4" fmla="*/ 2147483647 w 256"/>
              <a:gd name="T5" fmla="*/ 0 h 65"/>
              <a:gd name="T6" fmla="*/ 0 w 256"/>
              <a:gd name="T7" fmla="*/ 2147483647 h 65"/>
              <a:gd name="T8" fmla="*/ 0 w 256"/>
              <a:gd name="T9" fmla="*/ 2147483647 h 65"/>
              <a:gd name="T10" fmla="*/ 2147483647 w 256"/>
              <a:gd name="T11" fmla="*/ 2147483647 h 65"/>
              <a:gd name="T12" fmla="*/ 2147483647 w 256"/>
              <a:gd name="T13" fmla="*/ 2147483647 h 65"/>
              <a:gd name="T14" fmla="*/ 2147483647 w 256"/>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256"/>
              <a:gd name="T25" fmla="*/ 0 h 65"/>
              <a:gd name="T26" fmla="*/ 256 w 25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6" h="65">
                <a:moveTo>
                  <a:pt x="256" y="33"/>
                </a:moveTo>
                <a:cubicBezTo>
                  <a:pt x="256" y="15"/>
                  <a:pt x="248" y="0"/>
                  <a:pt x="239" y="0"/>
                </a:cubicBezTo>
                <a:cubicBezTo>
                  <a:pt x="17" y="0"/>
                  <a:pt x="17" y="0"/>
                  <a:pt x="17" y="0"/>
                </a:cubicBezTo>
                <a:cubicBezTo>
                  <a:pt x="8" y="0"/>
                  <a:pt x="0" y="15"/>
                  <a:pt x="0" y="33"/>
                </a:cubicBezTo>
                <a:cubicBezTo>
                  <a:pt x="0" y="33"/>
                  <a:pt x="0" y="33"/>
                  <a:pt x="0" y="33"/>
                </a:cubicBezTo>
                <a:cubicBezTo>
                  <a:pt x="0" y="50"/>
                  <a:pt x="8" y="65"/>
                  <a:pt x="17" y="65"/>
                </a:cubicBezTo>
                <a:cubicBezTo>
                  <a:pt x="239" y="65"/>
                  <a:pt x="239" y="65"/>
                  <a:pt x="239" y="65"/>
                </a:cubicBezTo>
                <a:cubicBezTo>
                  <a:pt x="248" y="65"/>
                  <a:pt x="256" y="50"/>
                  <a:pt x="256" y="33"/>
                </a:cubicBezTo>
                <a:close/>
              </a:path>
            </a:pathLst>
          </a:custGeom>
          <a:solidFill>
            <a:srgbClr val="566CD3"/>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38" name="Freeform 380"/>
          <p:cNvSpPr>
            <a:spLocks noChangeArrowheads="1"/>
          </p:cNvSpPr>
          <p:nvPr/>
        </p:nvSpPr>
        <p:spPr bwMode="auto">
          <a:xfrm>
            <a:off x="3444875" y="3474085"/>
            <a:ext cx="1771650" cy="212725"/>
          </a:xfrm>
          <a:custGeom>
            <a:avLst/>
            <a:gdLst>
              <a:gd name="T0" fmla="*/ 2147483647 w 413"/>
              <a:gd name="T1" fmla="*/ 2147483647 h 65"/>
              <a:gd name="T2" fmla="*/ 2147483647 w 413"/>
              <a:gd name="T3" fmla="*/ 0 h 65"/>
              <a:gd name="T4" fmla="*/ 2147483647 w 413"/>
              <a:gd name="T5" fmla="*/ 0 h 65"/>
              <a:gd name="T6" fmla="*/ 0 w 413"/>
              <a:gd name="T7" fmla="*/ 2147483647 h 65"/>
              <a:gd name="T8" fmla="*/ 0 w 413"/>
              <a:gd name="T9" fmla="*/ 2147483647 h 65"/>
              <a:gd name="T10" fmla="*/ 2147483647 w 413"/>
              <a:gd name="T11" fmla="*/ 2147483647 h 65"/>
              <a:gd name="T12" fmla="*/ 2147483647 w 413"/>
              <a:gd name="T13" fmla="*/ 2147483647 h 65"/>
              <a:gd name="T14" fmla="*/ 2147483647 w 413"/>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65"/>
              <a:gd name="T26" fmla="*/ 413 w 413"/>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65">
                <a:moveTo>
                  <a:pt x="413" y="33"/>
                </a:moveTo>
                <a:cubicBezTo>
                  <a:pt x="413" y="15"/>
                  <a:pt x="405" y="0"/>
                  <a:pt x="396" y="0"/>
                </a:cubicBezTo>
                <a:cubicBezTo>
                  <a:pt x="17" y="0"/>
                  <a:pt x="17" y="0"/>
                  <a:pt x="17" y="0"/>
                </a:cubicBezTo>
                <a:cubicBezTo>
                  <a:pt x="8" y="0"/>
                  <a:pt x="0" y="15"/>
                  <a:pt x="0" y="33"/>
                </a:cubicBezTo>
                <a:cubicBezTo>
                  <a:pt x="0" y="33"/>
                  <a:pt x="0" y="33"/>
                  <a:pt x="0" y="33"/>
                </a:cubicBezTo>
                <a:cubicBezTo>
                  <a:pt x="0" y="50"/>
                  <a:pt x="8" y="65"/>
                  <a:pt x="17" y="65"/>
                </a:cubicBezTo>
                <a:cubicBezTo>
                  <a:pt x="396" y="65"/>
                  <a:pt x="396" y="65"/>
                  <a:pt x="396" y="65"/>
                </a:cubicBezTo>
                <a:cubicBezTo>
                  <a:pt x="405" y="65"/>
                  <a:pt x="413" y="50"/>
                  <a:pt x="413" y="33"/>
                </a:cubicBezTo>
                <a:close/>
              </a:path>
            </a:pathLst>
          </a:custGeom>
          <a:solidFill>
            <a:srgbClr val="B9B8F1"/>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39" name="Freeform 381"/>
          <p:cNvSpPr>
            <a:spLocks noChangeArrowheads="1"/>
          </p:cNvSpPr>
          <p:nvPr/>
        </p:nvSpPr>
        <p:spPr bwMode="auto">
          <a:xfrm>
            <a:off x="4868863" y="3473849"/>
            <a:ext cx="1330325" cy="212659"/>
          </a:xfrm>
          <a:custGeom>
            <a:avLst/>
            <a:gdLst>
              <a:gd name="T0" fmla="*/ 2147483647 w 413"/>
              <a:gd name="T1" fmla="*/ 2147483647 h 65"/>
              <a:gd name="T2" fmla="*/ 2147483647 w 413"/>
              <a:gd name="T3" fmla="*/ 0 h 65"/>
              <a:gd name="T4" fmla="*/ 2147483647 w 413"/>
              <a:gd name="T5" fmla="*/ 0 h 65"/>
              <a:gd name="T6" fmla="*/ 0 w 413"/>
              <a:gd name="T7" fmla="*/ 2147483647 h 65"/>
              <a:gd name="T8" fmla="*/ 0 w 413"/>
              <a:gd name="T9" fmla="*/ 2147483647 h 65"/>
              <a:gd name="T10" fmla="*/ 2147483647 w 413"/>
              <a:gd name="T11" fmla="*/ 2147483647 h 65"/>
              <a:gd name="T12" fmla="*/ 2147483647 w 413"/>
              <a:gd name="T13" fmla="*/ 2147483647 h 65"/>
              <a:gd name="T14" fmla="*/ 2147483647 w 413"/>
              <a:gd name="T15" fmla="*/ 2147483647 h 65"/>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65"/>
              <a:gd name="T26" fmla="*/ 413 w 413"/>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65">
                <a:moveTo>
                  <a:pt x="413" y="33"/>
                </a:moveTo>
                <a:cubicBezTo>
                  <a:pt x="413" y="15"/>
                  <a:pt x="405" y="0"/>
                  <a:pt x="396" y="0"/>
                </a:cubicBezTo>
                <a:cubicBezTo>
                  <a:pt x="17" y="0"/>
                  <a:pt x="17" y="0"/>
                  <a:pt x="17" y="0"/>
                </a:cubicBezTo>
                <a:cubicBezTo>
                  <a:pt x="7" y="0"/>
                  <a:pt x="0" y="15"/>
                  <a:pt x="0" y="33"/>
                </a:cubicBezTo>
                <a:cubicBezTo>
                  <a:pt x="0" y="33"/>
                  <a:pt x="0" y="33"/>
                  <a:pt x="0" y="33"/>
                </a:cubicBezTo>
                <a:cubicBezTo>
                  <a:pt x="0" y="50"/>
                  <a:pt x="7" y="65"/>
                  <a:pt x="17" y="65"/>
                </a:cubicBezTo>
                <a:cubicBezTo>
                  <a:pt x="396" y="65"/>
                  <a:pt x="396" y="65"/>
                  <a:pt x="396" y="65"/>
                </a:cubicBezTo>
                <a:cubicBezTo>
                  <a:pt x="405" y="65"/>
                  <a:pt x="413" y="50"/>
                  <a:pt x="413" y="33"/>
                </a:cubicBezTo>
                <a:close/>
              </a:path>
            </a:pathLst>
          </a:custGeom>
          <a:solidFill>
            <a:srgbClr val="B9B8F1"/>
          </a:solidFill>
          <a:ln w="9525">
            <a:noFill/>
            <a:miter lim="800000"/>
          </a:ln>
        </p:spPr>
        <p:txBody>
          <a:bodyPr lIns="68550" tIns="34275" rIns="68550" bIns="34275"/>
          <a:p>
            <a:pP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0" name="Freeform 382"/>
          <p:cNvSpPr>
            <a:spLocks noChangeArrowheads="1"/>
          </p:cNvSpPr>
          <p:nvPr/>
        </p:nvSpPr>
        <p:spPr bwMode="auto">
          <a:xfrm>
            <a:off x="6073775" y="3474085"/>
            <a:ext cx="3838575" cy="212725"/>
          </a:xfrm>
          <a:custGeom>
            <a:avLst/>
            <a:gdLst>
              <a:gd name="T0" fmla="*/ 2147483647 w 514"/>
              <a:gd name="T1" fmla="*/ 385795227 h 65"/>
              <a:gd name="T2" fmla="*/ 2147483647 w 514"/>
              <a:gd name="T3" fmla="*/ 0 h 65"/>
              <a:gd name="T4" fmla="*/ 465445203 w 514"/>
              <a:gd name="T5" fmla="*/ 0 h 65"/>
              <a:gd name="T6" fmla="*/ 0 w 514"/>
              <a:gd name="T7" fmla="*/ 385795227 h 65"/>
              <a:gd name="T8" fmla="*/ 0 w 514"/>
              <a:gd name="T9" fmla="*/ 385795227 h 65"/>
              <a:gd name="T10" fmla="*/ 465445203 w 514"/>
              <a:gd name="T11" fmla="*/ 759900104 h 65"/>
              <a:gd name="T12" fmla="*/ 2147483647 w 514"/>
              <a:gd name="T13" fmla="*/ 759900104 h 65"/>
              <a:gd name="T14" fmla="*/ 2147483647 w 514"/>
              <a:gd name="T15" fmla="*/ 385795227 h 65"/>
              <a:gd name="T16" fmla="*/ 0 60000 65536"/>
              <a:gd name="T17" fmla="*/ 0 60000 65536"/>
              <a:gd name="T18" fmla="*/ 0 60000 65536"/>
              <a:gd name="T19" fmla="*/ 0 60000 65536"/>
              <a:gd name="T20" fmla="*/ 0 60000 65536"/>
              <a:gd name="T21" fmla="*/ 0 60000 65536"/>
              <a:gd name="T22" fmla="*/ 0 60000 65536"/>
              <a:gd name="T23" fmla="*/ 0 60000 65536"/>
              <a:gd name="T24" fmla="*/ 0 w 514"/>
              <a:gd name="T25" fmla="*/ 0 h 65"/>
              <a:gd name="T26" fmla="*/ 514 w 514"/>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4" h="65">
                <a:moveTo>
                  <a:pt x="514" y="33"/>
                </a:moveTo>
                <a:cubicBezTo>
                  <a:pt x="514" y="15"/>
                  <a:pt x="506" y="0"/>
                  <a:pt x="497" y="0"/>
                </a:cubicBezTo>
                <a:cubicBezTo>
                  <a:pt x="17" y="0"/>
                  <a:pt x="17" y="0"/>
                  <a:pt x="17" y="0"/>
                </a:cubicBezTo>
                <a:cubicBezTo>
                  <a:pt x="7" y="0"/>
                  <a:pt x="0" y="15"/>
                  <a:pt x="0" y="33"/>
                </a:cubicBezTo>
                <a:cubicBezTo>
                  <a:pt x="0" y="33"/>
                  <a:pt x="0" y="33"/>
                  <a:pt x="0" y="33"/>
                </a:cubicBezTo>
                <a:cubicBezTo>
                  <a:pt x="0" y="50"/>
                  <a:pt x="7" y="65"/>
                  <a:pt x="17" y="65"/>
                </a:cubicBezTo>
                <a:cubicBezTo>
                  <a:pt x="497" y="65"/>
                  <a:pt x="497" y="65"/>
                  <a:pt x="497" y="65"/>
                </a:cubicBezTo>
                <a:cubicBezTo>
                  <a:pt x="506" y="65"/>
                  <a:pt x="514" y="50"/>
                  <a:pt x="514" y="33"/>
                </a:cubicBezTo>
                <a:close/>
              </a:path>
            </a:pathLst>
          </a:custGeom>
          <a:solidFill>
            <a:srgbClr val="566CD3"/>
          </a:solidFill>
          <a:ln w="9525">
            <a:noFill/>
            <a:miter lim="800000"/>
          </a:ln>
        </p:spPr>
        <p:txBody>
          <a:bodyPr lIns="68550" tIns="34275" rIns="68550" bIns="34275"/>
          <a:p>
            <a:pPr>
              <a:lnSpc>
                <a:spcPct val="120000"/>
              </a:lnSpc>
              <a:defRPr/>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1" name="Oval 414"/>
          <p:cNvSpPr>
            <a:spLocks noChangeArrowheads="1"/>
          </p:cNvSpPr>
          <p:nvPr/>
        </p:nvSpPr>
        <p:spPr bwMode="auto">
          <a:xfrm>
            <a:off x="6073775" y="3353548"/>
            <a:ext cx="452438" cy="455471"/>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2" name="Oval 415"/>
          <p:cNvSpPr>
            <a:spLocks noChangeArrowheads="1"/>
          </p:cNvSpPr>
          <p:nvPr/>
        </p:nvSpPr>
        <p:spPr bwMode="auto">
          <a:xfrm>
            <a:off x="6207125" y="3492260"/>
            <a:ext cx="185738" cy="187267"/>
          </a:xfrm>
          <a:prstGeom prst="ellipse">
            <a:avLst/>
          </a:prstGeom>
          <a:solidFill>
            <a:srgbClr val="566CD3"/>
          </a:solidFill>
          <a:ln w="9525">
            <a:noFill/>
            <a:round/>
          </a:ln>
        </p:spPr>
        <p:txBody>
          <a:bodyPr lIns="64774" tIns="32386" rIns="64774" bIns="32386"/>
          <a:p>
            <a:pPr defTabSz="912495">
              <a:lnSpc>
                <a:spcPct val="120000"/>
              </a:lnSpc>
              <a:defRPr/>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5" name="Oval 416"/>
          <p:cNvSpPr>
            <a:spLocks noChangeArrowheads="1"/>
          </p:cNvSpPr>
          <p:nvPr/>
        </p:nvSpPr>
        <p:spPr bwMode="auto">
          <a:xfrm>
            <a:off x="1632585" y="3353236"/>
            <a:ext cx="450850" cy="455472"/>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47" name="Oval 417"/>
          <p:cNvSpPr>
            <a:spLocks noChangeArrowheads="1"/>
          </p:cNvSpPr>
          <p:nvPr/>
        </p:nvSpPr>
        <p:spPr bwMode="auto">
          <a:xfrm>
            <a:off x="1765935" y="3486545"/>
            <a:ext cx="188913" cy="187267"/>
          </a:xfrm>
          <a:prstGeom prst="ellipse">
            <a:avLst/>
          </a:prstGeom>
          <a:solidFill>
            <a:srgbClr val="566CD3"/>
          </a:solidFill>
          <a:ln w="9525">
            <a:noFill/>
            <a:round/>
          </a:ln>
        </p:spPr>
        <p:txBody>
          <a:bodyPr lIns="64774" tIns="32386" rIns="64774" bIns="32386"/>
          <a:p>
            <a:pPr defTabSz="912495">
              <a:lnSpc>
                <a:spcPct val="120000"/>
              </a:lnSpc>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nvGrpSpPr>
          <p:cNvPr id="46" name="组合 45"/>
          <p:cNvGrpSpPr/>
          <p:nvPr/>
        </p:nvGrpSpPr>
        <p:grpSpPr>
          <a:xfrm>
            <a:off x="2190115" y="2147693"/>
            <a:ext cx="7791671" cy="1181994"/>
            <a:chOff x="3810000" y="3345815"/>
            <a:chExt cx="2508885" cy="1010061"/>
          </a:xfrm>
        </p:grpSpPr>
        <p:sp>
          <p:nvSpPr>
            <p:cNvPr id="54" name="文本框 53"/>
            <p:cNvSpPr txBox="1"/>
            <p:nvPr/>
          </p:nvSpPr>
          <p:spPr>
            <a:xfrm>
              <a:off x="3810000" y="3345815"/>
              <a:ext cx="2508885" cy="363818"/>
            </a:xfrm>
            <a:prstGeom prst="rect">
              <a:avLst/>
            </a:prstGeom>
            <a:noFill/>
          </p:spPr>
          <p:txBody>
            <a:bodyPr wrap="square" rtlCol="0">
              <a:spAutoFit/>
            </a:bodyPr>
            <a:p>
              <a:pPr>
                <a:lnSpc>
                  <a:spcPct val="120000"/>
                </a:lnSpc>
              </a:pPr>
              <a:r>
                <a:rPr lang="en-US" altLang="zh-CN" sz="1800" kern="100">
                  <a:effectLst/>
                  <a:latin typeface="思源黑体" panose="020B0400000000000000" pitchFamily="34" charset="-122"/>
                  <a:ea typeface="思源黑体" panose="020B0400000000000000" pitchFamily="34" charset="-122"/>
                  <a:sym typeface="思源黑体" panose="020B0400000000000000" pitchFamily="34" charset="-122"/>
                </a:rPr>
                <a:t>OpenHarmony 4.0</a:t>
              </a:r>
              <a:endParaRPr lang="zh-CN" altLang="en-US" sz="20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55" name="文本框 54"/>
            <p:cNvSpPr txBox="1"/>
            <p:nvPr/>
          </p:nvSpPr>
          <p:spPr>
            <a:xfrm>
              <a:off x="3810000" y="3694430"/>
              <a:ext cx="1853565" cy="661446"/>
            </a:xfrm>
            <a:prstGeom prst="rect">
              <a:avLst/>
            </a:prstGeom>
            <a:noFill/>
          </p:spPr>
          <p:txBody>
            <a:bodyPr wrap="square" lIns="68559" tIns="34280" rIns="68559" bIns="34280" rtlCol="0">
              <a:spAutoFit/>
            </a:bodyPr>
            <a:p>
              <a:pPr>
                <a:lnSpc>
                  <a:spcPct val="120000"/>
                </a:lnSpc>
                <a:spcAft>
                  <a:spcPct val="0"/>
                </a:spcAft>
                <a:buClr>
                  <a:srgbClr val="292929"/>
                </a:buClr>
              </a:pP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2023</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6</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月，华为发布</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HarmonyOS 4.0</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开发者版本。</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2023</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年</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10</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月</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26</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日，</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OpenHarmony</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在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Gitee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发布了 </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OpenHarmony 4.0 Release </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版本更新，带来了标准系统能力的持续完善。</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4.0</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版本的推出，将为用户带来更加流畅、个性化的使用体验，同时也为开发者提供了更加丰富的开发资源和工具，我们有理由相信，</a:t>
              </a:r>
              <a:r>
                <a:rPr lang="en-US" altLang="zh-CN"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OpenHarmony</a:t>
              </a:r>
              <a:r>
                <a:rPr lang="zh-CN" altLang="en-US" sz="100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rPr>
                <a:t>将在未来取得更加辉煌的成绩。</a:t>
              </a:r>
              <a:endParaRPr lang="zh-CN" altLang="en-US" sz="1000" dirty="0">
                <a:solidFill>
                  <a:schemeClr val="tx1">
                    <a:lumMod val="65000"/>
                    <a:lumOff val="35000"/>
                  </a:schemeClr>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62" name="Oval 416"/>
          <p:cNvSpPr>
            <a:spLocks noChangeArrowheads="1"/>
          </p:cNvSpPr>
          <p:nvPr>
            <p:custDataLst>
              <p:tags r:id="rId1"/>
            </p:custDataLst>
          </p:nvPr>
        </p:nvSpPr>
        <p:spPr bwMode="auto">
          <a:xfrm>
            <a:off x="4612641" y="3372921"/>
            <a:ext cx="452438" cy="455472"/>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63" name="Oval 417"/>
          <p:cNvSpPr>
            <a:spLocks noChangeArrowheads="1"/>
          </p:cNvSpPr>
          <p:nvPr>
            <p:custDataLst>
              <p:tags r:id="rId2"/>
            </p:custDataLst>
          </p:nvPr>
        </p:nvSpPr>
        <p:spPr bwMode="auto">
          <a:xfrm>
            <a:off x="4745990" y="3506230"/>
            <a:ext cx="187325" cy="187267"/>
          </a:xfrm>
          <a:prstGeom prst="ellipse">
            <a:avLst/>
          </a:prstGeom>
          <a:solidFill>
            <a:srgbClr val="B9B8F1"/>
          </a:solidFill>
          <a:ln w="9525">
            <a:noFill/>
            <a:round/>
          </a:ln>
        </p:spPr>
        <p:txBody>
          <a:bodyPr lIns="64774" tIns="32386" rIns="64774" bIns="32386"/>
          <a:p>
            <a:pPr defTabSz="912495">
              <a:lnSpc>
                <a:spcPct val="120000"/>
              </a:lnSpc>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67" name="Oval 414"/>
          <p:cNvSpPr>
            <a:spLocks noChangeArrowheads="1"/>
          </p:cNvSpPr>
          <p:nvPr>
            <p:custDataLst>
              <p:tags r:id="rId3"/>
            </p:custDataLst>
          </p:nvPr>
        </p:nvSpPr>
        <p:spPr bwMode="auto">
          <a:xfrm>
            <a:off x="7539990" y="3373233"/>
            <a:ext cx="452438" cy="455471"/>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68" name="Oval 415"/>
          <p:cNvSpPr>
            <a:spLocks noChangeArrowheads="1"/>
          </p:cNvSpPr>
          <p:nvPr>
            <p:custDataLst>
              <p:tags r:id="rId4"/>
            </p:custDataLst>
          </p:nvPr>
        </p:nvSpPr>
        <p:spPr bwMode="auto">
          <a:xfrm>
            <a:off x="7673340" y="3511945"/>
            <a:ext cx="185738" cy="187267"/>
          </a:xfrm>
          <a:prstGeom prst="ellipse">
            <a:avLst/>
          </a:prstGeom>
          <a:solidFill>
            <a:srgbClr val="566CD3"/>
          </a:solidFill>
          <a:ln w="9525">
            <a:noFill/>
            <a:round/>
          </a:ln>
        </p:spPr>
        <p:txBody>
          <a:bodyPr lIns="64774" tIns="32386" rIns="64774" bIns="32386"/>
          <a:p>
            <a:pPr defTabSz="912495">
              <a:lnSpc>
                <a:spcPct val="120000"/>
              </a:lnSpc>
              <a:defRPr/>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75" name="Oval 414"/>
          <p:cNvSpPr>
            <a:spLocks noChangeArrowheads="1"/>
          </p:cNvSpPr>
          <p:nvPr>
            <p:custDataLst>
              <p:tags r:id="rId5"/>
            </p:custDataLst>
          </p:nvPr>
        </p:nvSpPr>
        <p:spPr bwMode="auto">
          <a:xfrm>
            <a:off x="8945880" y="3371328"/>
            <a:ext cx="452438" cy="455471"/>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76" name="Oval 415"/>
          <p:cNvSpPr>
            <a:spLocks noChangeArrowheads="1"/>
          </p:cNvSpPr>
          <p:nvPr>
            <p:custDataLst>
              <p:tags r:id="rId6"/>
            </p:custDataLst>
          </p:nvPr>
        </p:nvSpPr>
        <p:spPr bwMode="auto">
          <a:xfrm>
            <a:off x="9079230" y="3510040"/>
            <a:ext cx="185738" cy="187267"/>
          </a:xfrm>
          <a:prstGeom prst="ellipse">
            <a:avLst/>
          </a:prstGeom>
          <a:solidFill>
            <a:srgbClr val="566CD3"/>
          </a:solidFill>
          <a:ln w="9525">
            <a:noFill/>
            <a:round/>
          </a:ln>
        </p:spPr>
        <p:txBody>
          <a:bodyPr lIns="64774" tIns="32386" rIns="64774" bIns="32386"/>
          <a:p>
            <a:pPr defTabSz="912495">
              <a:lnSpc>
                <a:spcPct val="120000"/>
              </a:lnSpc>
              <a:defRPr/>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80" name="Oval 416"/>
          <p:cNvSpPr>
            <a:spLocks noChangeArrowheads="1"/>
          </p:cNvSpPr>
          <p:nvPr>
            <p:custDataLst>
              <p:tags r:id="rId7"/>
            </p:custDataLst>
          </p:nvPr>
        </p:nvSpPr>
        <p:spPr bwMode="auto">
          <a:xfrm>
            <a:off x="3122295" y="3366571"/>
            <a:ext cx="450850" cy="455472"/>
          </a:xfrm>
          <a:prstGeom prst="ellipse">
            <a:avLst/>
          </a:prstGeom>
          <a:solidFill>
            <a:schemeClr val="bg1"/>
          </a:solidFill>
          <a:ln w="9525">
            <a:noFill/>
            <a:round/>
          </a:ln>
        </p:spPr>
        <p:txBody>
          <a:bodyPr lIns="64774" tIns="32386" rIns="64774" bIns="32386"/>
          <a:p>
            <a:pPr defTabSz="912495">
              <a:lnSpc>
                <a:spcPct val="120000"/>
              </a:lnSpc>
            </a:pPr>
            <a:endParaRPr lang="zh-CN" altLang="zh-CN"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81" name="Oval 417"/>
          <p:cNvSpPr>
            <a:spLocks noChangeArrowheads="1"/>
          </p:cNvSpPr>
          <p:nvPr>
            <p:custDataLst>
              <p:tags r:id="rId8"/>
            </p:custDataLst>
          </p:nvPr>
        </p:nvSpPr>
        <p:spPr bwMode="auto">
          <a:xfrm>
            <a:off x="3255645" y="3499880"/>
            <a:ext cx="188913" cy="187267"/>
          </a:xfrm>
          <a:prstGeom prst="ellipse">
            <a:avLst/>
          </a:prstGeom>
          <a:solidFill>
            <a:srgbClr val="566CD3"/>
          </a:solidFill>
          <a:ln w="9525">
            <a:noFill/>
            <a:round/>
          </a:ln>
        </p:spPr>
        <p:txBody>
          <a:bodyPr lIns="64774" tIns="32386" rIns="64774" bIns="32386"/>
          <a:p>
            <a:pPr defTabSz="912495">
              <a:lnSpc>
                <a:spcPct val="120000"/>
              </a:lnSpc>
            </a:pPr>
            <a:endParaRPr lang="zh-CN" altLang="zh-CN" sz="1100" dirty="0">
              <a:solidFill>
                <a:srgbClr val="000000"/>
              </a:solidFill>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 name="文本框 1"/>
          <p:cNvSpPr txBox="1"/>
          <p:nvPr/>
        </p:nvSpPr>
        <p:spPr>
          <a:xfrm>
            <a:off x="2206625" y="4077970"/>
            <a:ext cx="5334000" cy="1291590"/>
          </a:xfrm>
          <a:prstGeom prst="rect">
            <a:avLst/>
          </a:prstGeom>
        </p:spPr>
        <p:txBody>
          <a:bodyPr wrap="square">
            <a:spAutoFit/>
          </a:bodyPr>
          <a:p>
            <a:pPr marL="0" indent="0">
              <a:spcAft>
                <a:spcPts val="600"/>
              </a:spcAft>
            </a:pPr>
            <a:r>
              <a:rPr lang="en-US" altLang="zh-CN" sz="1800" b="0" i="0" kern="100">
                <a:effectLst/>
                <a:latin typeface="思源黑体" panose="020B0400000000000000" pitchFamily="34" charset="-122"/>
                <a:ea typeface="思源黑体" panose="020B0400000000000000" pitchFamily="34" charset="-122"/>
              </a:rPr>
              <a:t>开源鸿蒙操作系统5.0 Release版重磅发布</a:t>
            </a:r>
            <a:endParaRPr lang="en-US" altLang="zh-CN" sz="1800" b="0" i="0" kern="100">
              <a:effectLst/>
              <a:latin typeface="思源黑体" panose="020B0400000000000000" pitchFamily="34" charset="-122"/>
              <a:ea typeface="思源黑体" panose="020B0400000000000000" pitchFamily="34" charset="-122"/>
            </a:endParaRPr>
          </a:p>
          <a:p>
            <a:pPr marL="0" indent="0">
              <a:spcAft>
                <a:spcPts val="600"/>
              </a:spcAft>
            </a:pPr>
            <a:endPar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endParaRPr>
          </a:p>
          <a:p>
            <a:pPr marL="0" indent="0">
              <a:spcAft>
                <a:spcPts val="600"/>
              </a:spcAft>
            </a:pPr>
            <a:r>
              <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rPr>
              <a:t>开源鸿蒙操作系统5.0 Release版本在系统完备度、分布式创新、开发者体验以及系统稳</a:t>
            </a:r>
            <a:endPar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endParaRPr>
          </a:p>
          <a:p>
            <a:pPr marL="0" indent="0">
              <a:spcAft>
                <a:spcPts val="600"/>
              </a:spcAft>
            </a:pPr>
            <a:r>
              <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rPr>
              <a:t>定性等方面均实现了显著提升，标志着开源鸿蒙操作系统进入一个全新的发展阶段，将</a:t>
            </a:r>
            <a:endPar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endParaRPr>
          </a:p>
          <a:p>
            <a:pPr marL="0" indent="0">
              <a:spcAft>
                <a:spcPts val="600"/>
              </a:spcAft>
            </a:pPr>
            <a:r>
              <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rPr>
              <a:t>加速推动生态共建，助推应用落地，赋能各地方产业创新升级发展，加速实现万物互联。</a:t>
            </a:r>
            <a:endParaRPr lang="en-US" altLang="zh-CN" sz="1000" b="0" i="0">
              <a:solidFill>
                <a:schemeClr val="tx1">
                  <a:lumMod val="65000"/>
                  <a:lumOff val="35000"/>
                </a:schemeClr>
              </a:solidFill>
              <a:latin typeface="思源黑体" panose="020B0400000000000000" pitchFamily="34" charset="-122"/>
              <a:ea typeface="思源黑体" panose="020B0400000000000000" pitchFamily="34" charset="-122"/>
            </a:endParaRPr>
          </a:p>
        </p:txBody>
      </p:sp>
      <p:sp>
        <p:nvSpPr>
          <p:cNvPr id="31" name="Title 1"/>
          <p:cNvSpPr txBox="1"/>
          <p:nvPr/>
        </p:nvSpPr>
        <p:spPr>
          <a:xfrm>
            <a:off x="1143635" y="266700"/>
            <a:ext cx="6506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思源黑体" panose="020B0400000000000000" pitchFamily="34" charset="-122"/>
              </a:rPr>
              <a:t>OpenHarmony</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发展历史</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par>
                                <p:cTn id="17" presetID="22" presetClass="entr" presetSubtype="8"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p:cTn id="24" dur="500" fill="hold"/>
                                        <p:tgtEl>
                                          <p:spTgt spid="45"/>
                                        </p:tgtEl>
                                        <p:attrNameLst>
                                          <p:attrName>ppt_w</p:attrName>
                                        </p:attrNameLst>
                                      </p:cBhvr>
                                      <p:tavLst>
                                        <p:tav tm="0">
                                          <p:val>
                                            <p:fltVal val="0"/>
                                          </p:val>
                                        </p:tav>
                                        <p:tav tm="100000">
                                          <p:val>
                                            <p:strVal val="#ppt_w"/>
                                          </p:val>
                                        </p:tav>
                                      </p:tavLst>
                                    </p:anim>
                                    <p:anim calcmode="lin" valueType="num">
                                      <p:cBhvr>
                                        <p:cTn id="25" dur="500" fill="hold"/>
                                        <p:tgtEl>
                                          <p:spTgt spid="45"/>
                                        </p:tgtEl>
                                        <p:attrNameLst>
                                          <p:attrName>ppt_h</p:attrName>
                                        </p:attrNameLst>
                                      </p:cBhvr>
                                      <p:tavLst>
                                        <p:tav tm="0">
                                          <p:val>
                                            <p:fltVal val="0"/>
                                          </p:val>
                                        </p:tav>
                                        <p:tav tm="100000">
                                          <p:val>
                                            <p:strVal val="#ppt_h"/>
                                          </p:val>
                                        </p:tav>
                                      </p:tavLst>
                                    </p:anim>
                                    <p:animEffect transition="in" filter="fade">
                                      <p:cBhvr>
                                        <p:cTn id="26" dur="500"/>
                                        <p:tgtEl>
                                          <p:spTgt spid="45"/>
                                        </p:tgtEl>
                                      </p:cBhvr>
                                    </p:animEffect>
                                  </p:childTnLst>
                                </p:cTn>
                              </p:par>
                            </p:childTnLst>
                          </p:cTn>
                        </p:par>
                        <p:par>
                          <p:cTn id="27" fill="hold">
                            <p:stCondLst>
                              <p:cond delay="500"/>
                            </p:stCondLst>
                            <p:childTnLst>
                              <p:par>
                                <p:cTn id="28" presetID="53" presetClass="entr" presetSubtype="16" fill="hold" grpId="0" nodeType="after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p:cTn id="30" dur="500" fill="hold"/>
                                        <p:tgtEl>
                                          <p:spTgt spid="47"/>
                                        </p:tgtEl>
                                        <p:attrNameLst>
                                          <p:attrName>ppt_w</p:attrName>
                                        </p:attrNameLst>
                                      </p:cBhvr>
                                      <p:tavLst>
                                        <p:tav tm="0">
                                          <p:val>
                                            <p:fltVal val="0"/>
                                          </p:val>
                                        </p:tav>
                                        <p:tav tm="100000">
                                          <p:val>
                                            <p:strVal val="#ppt_w"/>
                                          </p:val>
                                        </p:tav>
                                      </p:tavLst>
                                    </p:anim>
                                    <p:anim calcmode="lin" valueType="num">
                                      <p:cBhvr>
                                        <p:cTn id="31" dur="500" fill="hold"/>
                                        <p:tgtEl>
                                          <p:spTgt spid="47"/>
                                        </p:tgtEl>
                                        <p:attrNameLst>
                                          <p:attrName>ppt_h</p:attrName>
                                        </p:attrNameLst>
                                      </p:cBhvr>
                                      <p:tavLst>
                                        <p:tav tm="0">
                                          <p:val>
                                            <p:fltVal val="0"/>
                                          </p:val>
                                        </p:tav>
                                        <p:tav tm="100000">
                                          <p:val>
                                            <p:strVal val="#ppt_h"/>
                                          </p:val>
                                        </p:tav>
                                      </p:tavLst>
                                    </p:anim>
                                    <p:animEffect transition="in" filter="fade">
                                      <p:cBhvr>
                                        <p:cTn id="32" dur="500"/>
                                        <p:tgtEl>
                                          <p:spTgt spid="47"/>
                                        </p:tgtEl>
                                      </p:cBhvr>
                                    </p:animEffect>
                                  </p:childTnLst>
                                </p:cTn>
                              </p:par>
                            </p:childTnLst>
                          </p:cTn>
                        </p:par>
                        <p:par>
                          <p:cTn id="33" fill="hold">
                            <p:stCondLst>
                              <p:cond delay="1000"/>
                            </p:stCondLst>
                            <p:childTnLst>
                              <p:par>
                                <p:cTn id="34" presetID="53" presetClass="entr" presetSubtype="16" fill="hold" grpId="0" nodeType="afterEffect">
                                  <p:stCondLst>
                                    <p:cond delay="0"/>
                                  </p:stCondLst>
                                  <p:childTnLst>
                                    <p:set>
                                      <p:cBhvr>
                                        <p:cTn id="35" dur="1" fill="hold">
                                          <p:stCondLst>
                                            <p:cond delay="0"/>
                                          </p:stCondLst>
                                        </p:cTn>
                                        <p:tgtEl>
                                          <p:spTgt spid="80"/>
                                        </p:tgtEl>
                                        <p:attrNameLst>
                                          <p:attrName>style.visibility</p:attrName>
                                        </p:attrNameLst>
                                      </p:cBhvr>
                                      <p:to>
                                        <p:strVal val="visible"/>
                                      </p:to>
                                    </p:set>
                                    <p:anim calcmode="lin" valueType="num">
                                      <p:cBhvr>
                                        <p:cTn id="36" dur="500" fill="hold"/>
                                        <p:tgtEl>
                                          <p:spTgt spid="80"/>
                                        </p:tgtEl>
                                        <p:attrNameLst>
                                          <p:attrName>ppt_w</p:attrName>
                                        </p:attrNameLst>
                                      </p:cBhvr>
                                      <p:tavLst>
                                        <p:tav tm="0">
                                          <p:val>
                                            <p:fltVal val="0"/>
                                          </p:val>
                                        </p:tav>
                                        <p:tav tm="100000">
                                          <p:val>
                                            <p:strVal val="#ppt_w"/>
                                          </p:val>
                                        </p:tav>
                                      </p:tavLst>
                                    </p:anim>
                                    <p:anim calcmode="lin" valueType="num">
                                      <p:cBhvr>
                                        <p:cTn id="37" dur="500" fill="hold"/>
                                        <p:tgtEl>
                                          <p:spTgt spid="80"/>
                                        </p:tgtEl>
                                        <p:attrNameLst>
                                          <p:attrName>ppt_h</p:attrName>
                                        </p:attrNameLst>
                                      </p:cBhvr>
                                      <p:tavLst>
                                        <p:tav tm="0">
                                          <p:val>
                                            <p:fltVal val="0"/>
                                          </p:val>
                                        </p:tav>
                                        <p:tav tm="100000">
                                          <p:val>
                                            <p:strVal val="#ppt_h"/>
                                          </p:val>
                                        </p:tav>
                                      </p:tavLst>
                                    </p:anim>
                                    <p:animEffect transition="in" filter="fade">
                                      <p:cBhvr>
                                        <p:cTn id="38" dur="500"/>
                                        <p:tgtEl>
                                          <p:spTgt spid="80"/>
                                        </p:tgtEl>
                                      </p:cBhvr>
                                    </p:animEffect>
                                  </p:childTnLst>
                                </p:cTn>
                              </p:par>
                            </p:childTnLst>
                          </p:cTn>
                        </p:par>
                        <p:par>
                          <p:cTn id="39" fill="hold">
                            <p:stCondLst>
                              <p:cond delay="1500"/>
                            </p:stCondLst>
                            <p:childTnLst>
                              <p:par>
                                <p:cTn id="40" presetID="53" presetClass="entr" presetSubtype="16" fill="hold" grpId="0" nodeType="afterEffect">
                                  <p:stCondLst>
                                    <p:cond delay="0"/>
                                  </p:stCondLst>
                                  <p:childTnLst>
                                    <p:set>
                                      <p:cBhvr>
                                        <p:cTn id="41" dur="1" fill="hold">
                                          <p:stCondLst>
                                            <p:cond delay="0"/>
                                          </p:stCondLst>
                                        </p:cTn>
                                        <p:tgtEl>
                                          <p:spTgt spid="81"/>
                                        </p:tgtEl>
                                        <p:attrNameLst>
                                          <p:attrName>style.visibility</p:attrName>
                                        </p:attrNameLst>
                                      </p:cBhvr>
                                      <p:to>
                                        <p:strVal val="visible"/>
                                      </p:to>
                                    </p:set>
                                    <p:anim calcmode="lin" valueType="num">
                                      <p:cBhvr>
                                        <p:cTn id="42" dur="500" fill="hold"/>
                                        <p:tgtEl>
                                          <p:spTgt spid="81"/>
                                        </p:tgtEl>
                                        <p:attrNameLst>
                                          <p:attrName>ppt_w</p:attrName>
                                        </p:attrNameLst>
                                      </p:cBhvr>
                                      <p:tavLst>
                                        <p:tav tm="0">
                                          <p:val>
                                            <p:fltVal val="0"/>
                                          </p:val>
                                        </p:tav>
                                        <p:tav tm="100000">
                                          <p:val>
                                            <p:strVal val="#ppt_w"/>
                                          </p:val>
                                        </p:tav>
                                      </p:tavLst>
                                    </p:anim>
                                    <p:anim calcmode="lin" valueType="num">
                                      <p:cBhvr>
                                        <p:cTn id="43" dur="500" fill="hold"/>
                                        <p:tgtEl>
                                          <p:spTgt spid="81"/>
                                        </p:tgtEl>
                                        <p:attrNameLst>
                                          <p:attrName>ppt_h</p:attrName>
                                        </p:attrNameLst>
                                      </p:cBhvr>
                                      <p:tavLst>
                                        <p:tav tm="0">
                                          <p:val>
                                            <p:fltVal val="0"/>
                                          </p:val>
                                        </p:tav>
                                        <p:tav tm="100000">
                                          <p:val>
                                            <p:strVal val="#ppt_h"/>
                                          </p:val>
                                        </p:tav>
                                      </p:tavLst>
                                    </p:anim>
                                    <p:animEffect transition="in" filter="fade">
                                      <p:cBhvr>
                                        <p:cTn id="44" dur="500"/>
                                        <p:tgtEl>
                                          <p:spTgt spid="81"/>
                                        </p:tgtEl>
                                      </p:cBhvr>
                                    </p:animEffect>
                                  </p:childTnLst>
                                </p:cTn>
                              </p:par>
                            </p:childTnLst>
                          </p:cTn>
                        </p:par>
                        <p:par>
                          <p:cTn id="45" fill="hold">
                            <p:stCondLst>
                              <p:cond delay="2000"/>
                            </p:stCondLst>
                            <p:childTnLst>
                              <p:par>
                                <p:cTn id="46" presetID="47" presetClass="entr" presetSubtype="0" fill="hold" nodeType="after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1000"/>
                                        <p:tgtEl>
                                          <p:spTgt spid="46"/>
                                        </p:tgtEl>
                                      </p:cBhvr>
                                    </p:animEffect>
                                    <p:anim calcmode="lin" valueType="num">
                                      <p:cBhvr>
                                        <p:cTn id="49" dur="1000" fill="hold"/>
                                        <p:tgtEl>
                                          <p:spTgt spid="46"/>
                                        </p:tgtEl>
                                        <p:attrNameLst>
                                          <p:attrName>ppt_x</p:attrName>
                                        </p:attrNameLst>
                                      </p:cBhvr>
                                      <p:tavLst>
                                        <p:tav tm="0">
                                          <p:val>
                                            <p:strVal val="#ppt_x"/>
                                          </p:val>
                                        </p:tav>
                                        <p:tav tm="100000">
                                          <p:val>
                                            <p:strVal val="#ppt_x"/>
                                          </p:val>
                                        </p:tav>
                                      </p:tavLst>
                                    </p:anim>
                                    <p:anim calcmode="lin" valueType="num">
                                      <p:cBhvr>
                                        <p:cTn id="5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 calcmode="lin" valueType="num">
                                      <p:cBhvr>
                                        <p:cTn id="55" dur="500" fill="hold"/>
                                        <p:tgtEl>
                                          <p:spTgt spid="62"/>
                                        </p:tgtEl>
                                        <p:attrNameLst>
                                          <p:attrName>ppt_w</p:attrName>
                                        </p:attrNameLst>
                                      </p:cBhvr>
                                      <p:tavLst>
                                        <p:tav tm="0">
                                          <p:val>
                                            <p:fltVal val="0"/>
                                          </p:val>
                                        </p:tav>
                                        <p:tav tm="100000">
                                          <p:val>
                                            <p:strVal val="#ppt_w"/>
                                          </p:val>
                                        </p:tav>
                                      </p:tavLst>
                                    </p:anim>
                                    <p:anim calcmode="lin" valueType="num">
                                      <p:cBhvr>
                                        <p:cTn id="56" dur="500" fill="hold"/>
                                        <p:tgtEl>
                                          <p:spTgt spid="62"/>
                                        </p:tgtEl>
                                        <p:attrNameLst>
                                          <p:attrName>ppt_h</p:attrName>
                                        </p:attrNameLst>
                                      </p:cBhvr>
                                      <p:tavLst>
                                        <p:tav tm="0">
                                          <p:val>
                                            <p:fltVal val="0"/>
                                          </p:val>
                                        </p:tav>
                                        <p:tav tm="100000">
                                          <p:val>
                                            <p:strVal val="#ppt_h"/>
                                          </p:val>
                                        </p:tav>
                                      </p:tavLst>
                                    </p:anim>
                                    <p:animEffect transition="in" filter="fade">
                                      <p:cBhvr>
                                        <p:cTn id="57" dur="500"/>
                                        <p:tgtEl>
                                          <p:spTgt spid="62"/>
                                        </p:tgtEl>
                                      </p:cBhvr>
                                    </p:animEffect>
                                  </p:childTnLst>
                                </p:cTn>
                              </p:par>
                            </p:childTnLst>
                          </p:cTn>
                        </p:par>
                        <p:par>
                          <p:cTn id="58" fill="hold">
                            <p:stCondLst>
                              <p:cond delay="500"/>
                            </p:stCondLst>
                            <p:childTnLst>
                              <p:par>
                                <p:cTn id="59" presetID="53" presetClass="entr" presetSubtype="16" fill="hold" grpId="0" nodeType="afterEffect">
                                  <p:stCondLst>
                                    <p:cond delay="0"/>
                                  </p:stCondLst>
                                  <p:childTnLst>
                                    <p:set>
                                      <p:cBhvr>
                                        <p:cTn id="60" dur="1" fill="hold">
                                          <p:stCondLst>
                                            <p:cond delay="0"/>
                                          </p:stCondLst>
                                        </p:cTn>
                                        <p:tgtEl>
                                          <p:spTgt spid="63"/>
                                        </p:tgtEl>
                                        <p:attrNameLst>
                                          <p:attrName>style.visibility</p:attrName>
                                        </p:attrNameLst>
                                      </p:cBhvr>
                                      <p:to>
                                        <p:strVal val="visible"/>
                                      </p:to>
                                    </p:set>
                                    <p:anim calcmode="lin" valueType="num">
                                      <p:cBhvr>
                                        <p:cTn id="61" dur="500" fill="hold"/>
                                        <p:tgtEl>
                                          <p:spTgt spid="63"/>
                                        </p:tgtEl>
                                        <p:attrNameLst>
                                          <p:attrName>ppt_w</p:attrName>
                                        </p:attrNameLst>
                                      </p:cBhvr>
                                      <p:tavLst>
                                        <p:tav tm="0">
                                          <p:val>
                                            <p:fltVal val="0"/>
                                          </p:val>
                                        </p:tav>
                                        <p:tav tm="100000">
                                          <p:val>
                                            <p:strVal val="#ppt_w"/>
                                          </p:val>
                                        </p:tav>
                                      </p:tavLst>
                                    </p:anim>
                                    <p:anim calcmode="lin" valueType="num">
                                      <p:cBhvr>
                                        <p:cTn id="62" dur="500" fill="hold"/>
                                        <p:tgtEl>
                                          <p:spTgt spid="63"/>
                                        </p:tgtEl>
                                        <p:attrNameLst>
                                          <p:attrName>ppt_h</p:attrName>
                                        </p:attrNameLst>
                                      </p:cBhvr>
                                      <p:tavLst>
                                        <p:tav tm="0">
                                          <p:val>
                                            <p:fltVal val="0"/>
                                          </p:val>
                                        </p:tav>
                                        <p:tav tm="100000">
                                          <p:val>
                                            <p:strVal val="#ppt_h"/>
                                          </p:val>
                                        </p:tav>
                                      </p:tavLst>
                                    </p:anim>
                                    <p:animEffect transition="in" filter="fade">
                                      <p:cBhvr>
                                        <p:cTn id="63" dur="500"/>
                                        <p:tgtEl>
                                          <p:spTgt spid="63"/>
                                        </p:tgtEl>
                                      </p:cBhvr>
                                    </p:animEffect>
                                  </p:childTnLst>
                                </p:cTn>
                              </p:par>
                            </p:childTnLst>
                          </p:cTn>
                        </p:par>
                        <p:par>
                          <p:cTn id="64" fill="hold">
                            <p:stCondLst>
                              <p:cond delay="1000"/>
                            </p:stCondLst>
                            <p:childTnLst>
                              <p:par>
                                <p:cTn id="65" presetID="53" presetClass="entr" presetSubtype="16"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 calcmode="lin" valueType="num">
                                      <p:cBhvr>
                                        <p:cTn id="67" dur="500" fill="hold"/>
                                        <p:tgtEl>
                                          <p:spTgt spid="41"/>
                                        </p:tgtEl>
                                        <p:attrNameLst>
                                          <p:attrName>ppt_w</p:attrName>
                                        </p:attrNameLst>
                                      </p:cBhvr>
                                      <p:tavLst>
                                        <p:tav tm="0">
                                          <p:val>
                                            <p:fltVal val="0"/>
                                          </p:val>
                                        </p:tav>
                                        <p:tav tm="100000">
                                          <p:val>
                                            <p:strVal val="#ppt_w"/>
                                          </p:val>
                                        </p:tav>
                                      </p:tavLst>
                                    </p:anim>
                                    <p:anim calcmode="lin" valueType="num">
                                      <p:cBhvr>
                                        <p:cTn id="68" dur="500" fill="hold"/>
                                        <p:tgtEl>
                                          <p:spTgt spid="41"/>
                                        </p:tgtEl>
                                        <p:attrNameLst>
                                          <p:attrName>ppt_h</p:attrName>
                                        </p:attrNameLst>
                                      </p:cBhvr>
                                      <p:tavLst>
                                        <p:tav tm="0">
                                          <p:val>
                                            <p:fltVal val="0"/>
                                          </p:val>
                                        </p:tav>
                                        <p:tav tm="100000">
                                          <p:val>
                                            <p:strVal val="#ppt_h"/>
                                          </p:val>
                                        </p:tav>
                                      </p:tavLst>
                                    </p:anim>
                                    <p:animEffect transition="in" filter="fade">
                                      <p:cBhvr>
                                        <p:cTn id="69" dur="500"/>
                                        <p:tgtEl>
                                          <p:spTgt spid="41"/>
                                        </p:tgtEl>
                                      </p:cBhvr>
                                    </p:animEffect>
                                  </p:childTnLst>
                                </p:cTn>
                              </p:par>
                            </p:childTnLst>
                          </p:cTn>
                        </p:par>
                        <p:par>
                          <p:cTn id="70" fill="hold">
                            <p:stCondLst>
                              <p:cond delay="1500"/>
                            </p:stCondLst>
                            <p:childTnLst>
                              <p:par>
                                <p:cTn id="71" presetID="53" presetClass="entr" presetSubtype="16" fill="hold" grpId="0" nodeType="afterEffect">
                                  <p:stCondLst>
                                    <p:cond delay="0"/>
                                  </p:stCondLst>
                                  <p:childTnLst>
                                    <p:set>
                                      <p:cBhvr>
                                        <p:cTn id="72" dur="1" fill="hold">
                                          <p:stCondLst>
                                            <p:cond delay="0"/>
                                          </p:stCondLst>
                                        </p:cTn>
                                        <p:tgtEl>
                                          <p:spTgt spid="42"/>
                                        </p:tgtEl>
                                        <p:attrNameLst>
                                          <p:attrName>style.visibility</p:attrName>
                                        </p:attrNameLst>
                                      </p:cBhvr>
                                      <p:to>
                                        <p:strVal val="visible"/>
                                      </p:to>
                                    </p:set>
                                    <p:anim calcmode="lin" valueType="num">
                                      <p:cBhvr>
                                        <p:cTn id="73" dur="500" fill="hold"/>
                                        <p:tgtEl>
                                          <p:spTgt spid="42"/>
                                        </p:tgtEl>
                                        <p:attrNameLst>
                                          <p:attrName>ppt_w</p:attrName>
                                        </p:attrNameLst>
                                      </p:cBhvr>
                                      <p:tavLst>
                                        <p:tav tm="0">
                                          <p:val>
                                            <p:fltVal val="0"/>
                                          </p:val>
                                        </p:tav>
                                        <p:tav tm="100000">
                                          <p:val>
                                            <p:strVal val="#ppt_w"/>
                                          </p:val>
                                        </p:tav>
                                      </p:tavLst>
                                    </p:anim>
                                    <p:anim calcmode="lin" valueType="num">
                                      <p:cBhvr>
                                        <p:cTn id="74" dur="500" fill="hold"/>
                                        <p:tgtEl>
                                          <p:spTgt spid="42"/>
                                        </p:tgtEl>
                                        <p:attrNameLst>
                                          <p:attrName>ppt_h</p:attrName>
                                        </p:attrNameLst>
                                      </p:cBhvr>
                                      <p:tavLst>
                                        <p:tav tm="0">
                                          <p:val>
                                            <p:fltVal val="0"/>
                                          </p:val>
                                        </p:tav>
                                        <p:tav tm="100000">
                                          <p:val>
                                            <p:strVal val="#ppt_h"/>
                                          </p:val>
                                        </p:tav>
                                      </p:tavLst>
                                    </p:anim>
                                    <p:animEffect transition="in" filter="fade">
                                      <p:cBhvr>
                                        <p:cTn id="75" dur="500"/>
                                        <p:tgtEl>
                                          <p:spTgt spid="42"/>
                                        </p:tgtEl>
                                      </p:cBhvr>
                                    </p:animEffect>
                                  </p:childTnLst>
                                </p:cTn>
                              </p:par>
                            </p:childTnLst>
                          </p:cTn>
                        </p:par>
                        <p:par>
                          <p:cTn id="76" fill="hold">
                            <p:stCondLst>
                              <p:cond delay="2000"/>
                            </p:stCondLst>
                            <p:childTnLst>
                              <p:par>
                                <p:cTn id="77" presetID="53" presetClass="entr" presetSubtype="16" fill="hold" grpId="0" nodeType="afterEffect">
                                  <p:stCondLst>
                                    <p:cond delay="0"/>
                                  </p:stCondLst>
                                  <p:childTnLst>
                                    <p:set>
                                      <p:cBhvr>
                                        <p:cTn id="78" dur="1" fill="hold">
                                          <p:stCondLst>
                                            <p:cond delay="0"/>
                                          </p:stCondLst>
                                        </p:cTn>
                                        <p:tgtEl>
                                          <p:spTgt spid="67"/>
                                        </p:tgtEl>
                                        <p:attrNameLst>
                                          <p:attrName>style.visibility</p:attrName>
                                        </p:attrNameLst>
                                      </p:cBhvr>
                                      <p:to>
                                        <p:strVal val="visible"/>
                                      </p:to>
                                    </p:set>
                                    <p:anim calcmode="lin" valueType="num">
                                      <p:cBhvr>
                                        <p:cTn id="79" dur="500" fill="hold"/>
                                        <p:tgtEl>
                                          <p:spTgt spid="67"/>
                                        </p:tgtEl>
                                        <p:attrNameLst>
                                          <p:attrName>ppt_w</p:attrName>
                                        </p:attrNameLst>
                                      </p:cBhvr>
                                      <p:tavLst>
                                        <p:tav tm="0">
                                          <p:val>
                                            <p:fltVal val="0"/>
                                          </p:val>
                                        </p:tav>
                                        <p:tav tm="100000">
                                          <p:val>
                                            <p:strVal val="#ppt_w"/>
                                          </p:val>
                                        </p:tav>
                                      </p:tavLst>
                                    </p:anim>
                                    <p:anim calcmode="lin" valueType="num">
                                      <p:cBhvr>
                                        <p:cTn id="80" dur="500" fill="hold"/>
                                        <p:tgtEl>
                                          <p:spTgt spid="67"/>
                                        </p:tgtEl>
                                        <p:attrNameLst>
                                          <p:attrName>ppt_h</p:attrName>
                                        </p:attrNameLst>
                                      </p:cBhvr>
                                      <p:tavLst>
                                        <p:tav tm="0">
                                          <p:val>
                                            <p:fltVal val="0"/>
                                          </p:val>
                                        </p:tav>
                                        <p:tav tm="100000">
                                          <p:val>
                                            <p:strVal val="#ppt_h"/>
                                          </p:val>
                                        </p:tav>
                                      </p:tavLst>
                                    </p:anim>
                                    <p:animEffect transition="in" filter="fade">
                                      <p:cBhvr>
                                        <p:cTn id="81" dur="500"/>
                                        <p:tgtEl>
                                          <p:spTgt spid="67"/>
                                        </p:tgtEl>
                                      </p:cBhvr>
                                    </p:animEffect>
                                  </p:childTnLst>
                                </p:cTn>
                              </p:par>
                            </p:childTnLst>
                          </p:cTn>
                        </p:par>
                        <p:par>
                          <p:cTn id="82" fill="hold">
                            <p:stCondLst>
                              <p:cond delay="2500"/>
                            </p:stCondLst>
                            <p:childTnLst>
                              <p:par>
                                <p:cTn id="83" presetID="53" presetClass="entr" presetSubtype="16" fill="hold" grpId="0" nodeType="afterEffect">
                                  <p:stCondLst>
                                    <p:cond delay="0"/>
                                  </p:stCondLst>
                                  <p:childTnLst>
                                    <p:set>
                                      <p:cBhvr>
                                        <p:cTn id="84" dur="1" fill="hold">
                                          <p:stCondLst>
                                            <p:cond delay="0"/>
                                          </p:stCondLst>
                                        </p:cTn>
                                        <p:tgtEl>
                                          <p:spTgt spid="68"/>
                                        </p:tgtEl>
                                        <p:attrNameLst>
                                          <p:attrName>style.visibility</p:attrName>
                                        </p:attrNameLst>
                                      </p:cBhvr>
                                      <p:to>
                                        <p:strVal val="visible"/>
                                      </p:to>
                                    </p:set>
                                    <p:anim calcmode="lin" valueType="num">
                                      <p:cBhvr>
                                        <p:cTn id="85" dur="500" fill="hold"/>
                                        <p:tgtEl>
                                          <p:spTgt spid="68"/>
                                        </p:tgtEl>
                                        <p:attrNameLst>
                                          <p:attrName>ppt_w</p:attrName>
                                        </p:attrNameLst>
                                      </p:cBhvr>
                                      <p:tavLst>
                                        <p:tav tm="0">
                                          <p:val>
                                            <p:fltVal val="0"/>
                                          </p:val>
                                        </p:tav>
                                        <p:tav tm="100000">
                                          <p:val>
                                            <p:strVal val="#ppt_w"/>
                                          </p:val>
                                        </p:tav>
                                      </p:tavLst>
                                    </p:anim>
                                    <p:anim calcmode="lin" valueType="num">
                                      <p:cBhvr>
                                        <p:cTn id="86" dur="500" fill="hold"/>
                                        <p:tgtEl>
                                          <p:spTgt spid="68"/>
                                        </p:tgtEl>
                                        <p:attrNameLst>
                                          <p:attrName>ppt_h</p:attrName>
                                        </p:attrNameLst>
                                      </p:cBhvr>
                                      <p:tavLst>
                                        <p:tav tm="0">
                                          <p:val>
                                            <p:fltVal val="0"/>
                                          </p:val>
                                        </p:tav>
                                        <p:tav tm="100000">
                                          <p:val>
                                            <p:strVal val="#ppt_h"/>
                                          </p:val>
                                        </p:tav>
                                      </p:tavLst>
                                    </p:anim>
                                    <p:animEffect transition="in" filter="fade">
                                      <p:cBhvr>
                                        <p:cTn id="87" dur="500"/>
                                        <p:tgtEl>
                                          <p:spTgt spid="68"/>
                                        </p:tgtEl>
                                      </p:cBhvr>
                                    </p:animEffect>
                                  </p:childTnLst>
                                </p:cTn>
                              </p:par>
                            </p:childTnLst>
                          </p:cTn>
                        </p:par>
                        <p:par>
                          <p:cTn id="88" fill="hold">
                            <p:stCondLst>
                              <p:cond delay="3000"/>
                            </p:stCondLst>
                            <p:childTnLst>
                              <p:par>
                                <p:cTn id="89" presetID="53" presetClass="entr" presetSubtype="16" fill="hold" grpId="0" nodeType="afterEffect">
                                  <p:stCondLst>
                                    <p:cond delay="0"/>
                                  </p:stCondLst>
                                  <p:childTnLst>
                                    <p:set>
                                      <p:cBhvr>
                                        <p:cTn id="90" dur="1" fill="hold">
                                          <p:stCondLst>
                                            <p:cond delay="0"/>
                                          </p:stCondLst>
                                        </p:cTn>
                                        <p:tgtEl>
                                          <p:spTgt spid="75"/>
                                        </p:tgtEl>
                                        <p:attrNameLst>
                                          <p:attrName>style.visibility</p:attrName>
                                        </p:attrNameLst>
                                      </p:cBhvr>
                                      <p:to>
                                        <p:strVal val="visible"/>
                                      </p:to>
                                    </p:set>
                                    <p:anim calcmode="lin" valueType="num">
                                      <p:cBhvr>
                                        <p:cTn id="91" dur="500" fill="hold"/>
                                        <p:tgtEl>
                                          <p:spTgt spid="75"/>
                                        </p:tgtEl>
                                        <p:attrNameLst>
                                          <p:attrName>ppt_w</p:attrName>
                                        </p:attrNameLst>
                                      </p:cBhvr>
                                      <p:tavLst>
                                        <p:tav tm="0">
                                          <p:val>
                                            <p:fltVal val="0"/>
                                          </p:val>
                                        </p:tav>
                                        <p:tav tm="100000">
                                          <p:val>
                                            <p:strVal val="#ppt_w"/>
                                          </p:val>
                                        </p:tav>
                                      </p:tavLst>
                                    </p:anim>
                                    <p:anim calcmode="lin" valueType="num">
                                      <p:cBhvr>
                                        <p:cTn id="92" dur="500" fill="hold"/>
                                        <p:tgtEl>
                                          <p:spTgt spid="75"/>
                                        </p:tgtEl>
                                        <p:attrNameLst>
                                          <p:attrName>ppt_h</p:attrName>
                                        </p:attrNameLst>
                                      </p:cBhvr>
                                      <p:tavLst>
                                        <p:tav tm="0">
                                          <p:val>
                                            <p:fltVal val="0"/>
                                          </p:val>
                                        </p:tav>
                                        <p:tav tm="100000">
                                          <p:val>
                                            <p:strVal val="#ppt_h"/>
                                          </p:val>
                                        </p:tav>
                                      </p:tavLst>
                                    </p:anim>
                                    <p:animEffect transition="in" filter="fade">
                                      <p:cBhvr>
                                        <p:cTn id="93" dur="500"/>
                                        <p:tgtEl>
                                          <p:spTgt spid="75"/>
                                        </p:tgtEl>
                                      </p:cBhvr>
                                    </p:animEffect>
                                  </p:childTnLst>
                                </p:cTn>
                              </p:par>
                            </p:childTnLst>
                          </p:cTn>
                        </p:par>
                        <p:par>
                          <p:cTn id="94" fill="hold">
                            <p:stCondLst>
                              <p:cond delay="3500"/>
                            </p:stCondLst>
                            <p:childTnLst>
                              <p:par>
                                <p:cTn id="95" presetID="53" presetClass="entr" presetSubtype="16" fill="hold" grpId="0" nodeType="afterEffect">
                                  <p:stCondLst>
                                    <p:cond delay="0"/>
                                  </p:stCondLst>
                                  <p:childTnLst>
                                    <p:set>
                                      <p:cBhvr>
                                        <p:cTn id="96" dur="1" fill="hold">
                                          <p:stCondLst>
                                            <p:cond delay="0"/>
                                          </p:stCondLst>
                                        </p:cTn>
                                        <p:tgtEl>
                                          <p:spTgt spid="76"/>
                                        </p:tgtEl>
                                        <p:attrNameLst>
                                          <p:attrName>style.visibility</p:attrName>
                                        </p:attrNameLst>
                                      </p:cBhvr>
                                      <p:to>
                                        <p:strVal val="visible"/>
                                      </p:to>
                                    </p:set>
                                    <p:anim calcmode="lin" valueType="num">
                                      <p:cBhvr>
                                        <p:cTn id="97" dur="500" fill="hold"/>
                                        <p:tgtEl>
                                          <p:spTgt spid="76"/>
                                        </p:tgtEl>
                                        <p:attrNameLst>
                                          <p:attrName>ppt_w</p:attrName>
                                        </p:attrNameLst>
                                      </p:cBhvr>
                                      <p:tavLst>
                                        <p:tav tm="0">
                                          <p:val>
                                            <p:fltVal val="0"/>
                                          </p:val>
                                        </p:tav>
                                        <p:tav tm="100000">
                                          <p:val>
                                            <p:strVal val="#ppt_w"/>
                                          </p:val>
                                        </p:tav>
                                      </p:tavLst>
                                    </p:anim>
                                    <p:anim calcmode="lin" valueType="num">
                                      <p:cBhvr>
                                        <p:cTn id="98" dur="500" fill="hold"/>
                                        <p:tgtEl>
                                          <p:spTgt spid="76"/>
                                        </p:tgtEl>
                                        <p:attrNameLst>
                                          <p:attrName>ppt_h</p:attrName>
                                        </p:attrNameLst>
                                      </p:cBhvr>
                                      <p:tavLst>
                                        <p:tav tm="0">
                                          <p:val>
                                            <p:fltVal val="0"/>
                                          </p:val>
                                        </p:tav>
                                        <p:tav tm="100000">
                                          <p:val>
                                            <p:strVal val="#ppt_h"/>
                                          </p:val>
                                        </p:tav>
                                      </p:tavLst>
                                    </p:anim>
                                    <p:animEffect transition="in" filter="fade">
                                      <p:cBhvr>
                                        <p:cTn id="99"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37" grpId="0" bldLvl="0" animBg="1"/>
      <p:bldP spid="38" grpId="0" bldLvl="0" animBg="1"/>
      <p:bldP spid="39" grpId="0" bldLvl="0" animBg="1"/>
      <p:bldP spid="41" grpId="0" bldLvl="0" animBg="1"/>
      <p:bldP spid="42" grpId="0" bldLvl="0" animBg="1"/>
      <p:bldP spid="45" grpId="0" bldLvl="0" animBg="1"/>
      <p:bldP spid="47" grpId="0" bldLvl="0" animBg="1"/>
      <p:bldP spid="62" grpId="0" bldLvl="0" animBg="1"/>
      <p:bldP spid="63" grpId="0" bldLvl="0" animBg="1"/>
      <p:bldP spid="67" grpId="0" bldLvl="0" animBg="1"/>
      <p:bldP spid="68" grpId="0" bldLvl="0" animBg="1"/>
      <p:bldP spid="75" grpId="0" bldLvl="0" animBg="1"/>
      <p:bldP spid="76" grpId="0" bldLvl="0" animBg="1"/>
      <p:bldP spid="80" grpId="0" bldLvl="0" animBg="1"/>
      <p:bldP spid="8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8" name="直接连接符 7"/>
          <p:cNvCxnSpPr/>
          <p:nvPr/>
        </p:nvCxnSpPr>
        <p:spPr>
          <a:xfrm flipH="1">
            <a:off x="4036784" y="404463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792832" y="404463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16200000" flipV="1">
            <a:off x="4914812" y="3166610"/>
            <a:ext cx="1756045"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2700000" flipH="1">
            <a:off x="4293950" y="342377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18900000">
            <a:off x="5535666" y="342377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2834427" y="3484399"/>
            <a:ext cx="1067456" cy="1084278"/>
          </a:xfrm>
          <a:prstGeom prst="ellipse">
            <a:avLst/>
          </a:prstGeom>
          <a:solidFill>
            <a:srgbClr val="4F67C3"/>
          </a:solidFill>
          <a:ln>
            <a:noFill/>
          </a:ln>
        </p:spPr>
        <p:style>
          <a:lnRef idx="2">
            <a:schemeClr val="accent1">
              <a:shade val="50000"/>
            </a:schemeClr>
          </a:lnRef>
          <a:fillRef idx="1">
            <a:schemeClr val="accent1"/>
          </a:fillRef>
          <a:effectRef idx="0">
            <a:schemeClr val="accent1"/>
          </a:effectRef>
          <a:fontRef idx="minor">
            <a:schemeClr val="lt1"/>
          </a:fontRef>
        </p:style>
        <p:txBody>
          <a:bodyPr lIns="112240" tIns="56119" rIns="112240" bIns="56119"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4" name="TextBox 16"/>
          <p:cNvSpPr txBox="1"/>
          <p:nvPr/>
        </p:nvSpPr>
        <p:spPr>
          <a:xfrm>
            <a:off x="2915920" y="3877310"/>
            <a:ext cx="890905" cy="559610"/>
          </a:xfrm>
          <a:prstGeom prst="rect">
            <a:avLst/>
          </a:prstGeom>
          <a:noFill/>
        </p:spPr>
        <p:txBody>
          <a:bodyPr wrap="square" lIns="112240" tIns="56119" rIns="112240" bIns="56119" rtlCol="0">
            <a:spAutoFit/>
          </a:bodyPr>
          <a:p>
            <a:pPr algn="ctr">
              <a:lnSpc>
                <a:spcPct val="120000"/>
              </a:lnSpc>
            </a:pPr>
            <a:r>
              <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51</a:t>
            </a:r>
            <a:r>
              <a:rPr lang="zh-CN" altLang="en-US"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家</a:t>
            </a:r>
            <a:endPar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r>
              <a:rPr lang="zh-CN" altLang="en-US"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共建单位</a:t>
            </a:r>
            <a:endParaRPr lang="zh-CN" altLang="en-US" sz="1000"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0" name="Rectangle 11"/>
          <p:cNvSpPr>
            <a:spLocks noChangeArrowheads="1"/>
          </p:cNvSpPr>
          <p:nvPr/>
        </p:nvSpPr>
        <p:spPr bwMode="gray">
          <a:xfrm>
            <a:off x="4721105" y="3687156"/>
            <a:ext cx="2161538" cy="1085782"/>
          </a:xfrm>
          <a:prstGeom prst="rect">
            <a:avLst/>
          </a:prstGeom>
          <a:noFill/>
          <a:ln>
            <a:noFill/>
          </a:ln>
        </p:spPr>
        <p:txBody>
          <a:bodyPr wrap="square" lIns="91413" tIns="45706" rIns="91413" bIns="45706">
            <a:spAutoFit/>
          </a:bodyPr>
          <a:p>
            <a:pPr algn="ctr">
              <a:lnSpc>
                <a:spcPct val="120000"/>
              </a:lnSpc>
            </a:pPr>
            <a:r>
              <a:rPr lang="en-US" altLang="zh-CN" sz="20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t>
            </a:r>
            <a:endParaRPr lang="en-US" altLang="zh-CN" sz="20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r>
              <a:rPr lang="zh-CN" altLang="en-US"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      生态社区</a:t>
            </a:r>
            <a:endParaRPr lang="en-US" altLang="zh-CN"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endParaRPr lang="en-US" altLang="zh-CN"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r>
              <a:rPr lang="zh-CN" altLang="en-US"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截止至</a:t>
            </a:r>
            <a:r>
              <a:rPr lang="en-US" altLang="zh-CN"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2023.4</a:t>
            </a:r>
            <a:endParaRPr lang="zh-CN" altLang="en-US" sz="1200"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1" name="椭圆 20"/>
          <p:cNvSpPr/>
          <p:nvPr/>
        </p:nvSpPr>
        <p:spPr>
          <a:xfrm>
            <a:off x="3495163" y="1780045"/>
            <a:ext cx="1067456" cy="1084278"/>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lIns="112240" tIns="56119" rIns="112240" bIns="56119"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2" name="椭圆 21"/>
          <p:cNvSpPr/>
          <p:nvPr/>
        </p:nvSpPr>
        <p:spPr>
          <a:xfrm>
            <a:off x="5302858" y="1159063"/>
            <a:ext cx="1067456" cy="1084278"/>
          </a:xfrm>
          <a:prstGeom prst="ellipse">
            <a:avLst/>
          </a:prstGeom>
          <a:solidFill>
            <a:srgbClr val="4F67C3"/>
          </a:solidFill>
          <a:ln>
            <a:noFill/>
          </a:ln>
        </p:spPr>
        <p:style>
          <a:lnRef idx="2">
            <a:schemeClr val="accent1">
              <a:shade val="50000"/>
            </a:schemeClr>
          </a:lnRef>
          <a:fillRef idx="1">
            <a:schemeClr val="accent1"/>
          </a:fillRef>
          <a:effectRef idx="0">
            <a:schemeClr val="accent1"/>
          </a:effectRef>
          <a:fontRef idx="minor">
            <a:schemeClr val="lt1"/>
          </a:fontRef>
        </p:style>
        <p:txBody>
          <a:bodyPr lIns="112240" tIns="56119" rIns="112240" bIns="56119"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3" name="椭圆 22"/>
          <p:cNvSpPr/>
          <p:nvPr/>
        </p:nvSpPr>
        <p:spPr>
          <a:xfrm>
            <a:off x="6866876" y="1767345"/>
            <a:ext cx="1067456" cy="1084278"/>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lIns="112240" tIns="56119" rIns="112240" bIns="56119"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4" name="椭圆 23"/>
          <p:cNvSpPr/>
          <p:nvPr/>
        </p:nvSpPr>
        <p:spPr>
          <a:xfrm>
            <a:off x="7671628" y="3497099"/>
            <a:ext cx="1067456" cy="1084278"/>
          </a:xfrm>
          <a:prstGeom prst="ellipse">
            <a:avLst/>
          </a:prstGeom>
          <a:solidFill>
            <a:srgbClr val="4F67C3"/>
          </a:solidFill>
          <a:ln>
            <a:noFill/>
          </a:ln>
        </p:spPr>
        <p:style>
          <a:lnRef idx="2">
            <a:schemeClr val="accent1">
              <a:shade val="50000"/>
            </a:schemeClr>
          </a:lnRef>
          <a:fillRef idx="1">
            <a:schemeClr val="accent1"/>
          </a:fillRef>
          <a:effectRef idx="0">
            <a:schemeClr val="accent1"/>
          </a:effectRef>
          <a:fontRef idx="minor">
            <a:schemeClr val="lt1"/>
          </a:fontRef>
        </p:style>
        <p:txBody>
          <a:bodyPr lIns="112240" tIns="56119" rIns="112240" bIns="56119"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6" name="TextBox 16"/>
          <p:cNvSpPr txBox="1"/>
          <p:nvPr/>
        </p:nvSpPr>
        <p:spPr>
          <a:xfrm>
            <a:off x="3402283" y="2127885"/>
            <a:ext cx="1160337" cy="559610"/>
          </a:xfrm>
          <a:prstGeom prst="rect">
            <a:avLst/>
          </a:prstGeom>
          <a:noFill/>
        </p:spPr>
        <p:txBody>
          <a:bodyPr wrap="square" lIns="112240" tIns="56119" rIns="112240" bIns="56119" rtlCol="0">
            <a:spAutoFit/>
          </a:bodyPr>
          <a:p>
            <a:pPr algn="ctr">
              <a:lnSpc>
                <a:spcPct val="120000"/>
              </a:lnSpc>
              <a:buClrTx/>
              <a:buSzTx/>
              <a:buFontTx/>
            </a:pPr>
            <a:r>
              <a:rPr lang="zh-CN" altLang="en-US"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 超</a:t>
            </a:r>
            <a:r>
              <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5100</a:t>
            </a:r>
            <a:r>
              <a:rPr lang="zh-CN" altLang="en-US"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位</a:t>
            </a:r>
            <a:endPar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buClrTx/>
              <a:buSzTx/>
              <a:buFontTx/>
            </a:pPr>
            <a:r>
              <a:rPr lang="zh-CN" altLang="en-US"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共建者</a:t>
            </a:r>
            <a:endParaRPr lang="zh-CN" altLang="en-US" sz="1000"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7" name="TextBox 16"/>
          <p:cNvSpPr txBox="1"/>
          <p:nvPr/>
        </p:nvSpPr>
        <p:spPr>
          <a:xfrm>
            <a:off x="5355590" y="1460500"/>
            <a:ext cx="1058100" cy="559610"/>
          </a:xfrm>
          <a:prstGeom prst="rect">
            <a:avLst/>
          </a:prstGeom>
          <a:noFill/>
        </p:spPr>
        <p:txBody>
          <a:bodyPr wrap="square" lIns="112240" tIns="56119" rIns="112240" bIns="56119" rtlCol="0">
            <a:spAutoFit/>
          </a:bodyPr>
          <a:p>
            <a:pPr algn="ctr">
              <a:lnSpc>
                <a:spcPct val="120000"/>
              </a:lnSpc>
              <a:buClrTx/>
              <a:buSzTx/>
              <a:buFontTx/>
            </a:pPr>
            <a:r>
              <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1</a:t>
            </a:r>
            <a:r>
              <a:rPr lang="zh-CN" altLang="en-US"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亿多行</a:t>
            </a:r>
            <a:endPar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buClrTx/>
              <a:buSzTx/>
              <a:buFontTx/>
            </a:pPr>
            <a:r>
              <a:rPr lang="zh-CN" altLang="en-US"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累计代码量</a:t>
            </a:r>
            <a:endParaRPr lang="zh-CN" altLang="en-US" sz="1000"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5" name="TextBox 16"/>
          <p:cNvSpPr txBox="1"/>
          <p:nvPr/>
        </p:nvSpPr>
        <p:spPr>
          <a:xfrm>
            <a:off x="6851432" y="2053098"/>
            <a:ext cx="1067456" cy="559610"/>
          </a:xfrm>
          <a:prstGeom prst="rect">
            <a:avLst/>
          </a:prstGeom>
          <a:noFill/>
        </p:spPr>
        <p:txBody>
          <a:bodyPr wrap="square" lIns="112240" tIns="56119" rIns="112240" bIns="56119" rtlCol="0">
            <a:spAutoFit/>
          </a:bodyPr>
          <a:p>
            <a:pPr algn="ctr">
              <a:lnSpc>
                <a:spcPct val="120000"/>
              </a:lnSpc>
              <a:buClrTx/>
              <a:buSzTx/>
              <a:buFontTx/>
            </a:pPr>
            <a:r>
              <a:rPr lang="zh-CN" altLang="en-US"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 </a:t>
            </a:r>
            <a:r>
              <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260</a:t>
            </a:r>
            <a:r>
              <a:rPr lang="zh-CN" altLang="en-US"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多</a:t>
            </a:r>
            <a:endParaRPr lang="en-US" altLang="zh-CN" sz="16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buClrTx/>
              <a:buSzTx/>
              <a:buFontTx/>
            </a:pPr>
            <a:r>
              <a:rPr lang="zh-CN" altLang="en-US"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款软硬件产品</a:t>
            </a:r>
            <a:endParaRPr lang="zh-CN" altLang="en-US" sz="1000"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7" name="TextBox 16"/>
          <p:cNvSpPr txBox="1"/>
          <p:nvPr/>
        </p:nvSpPr>
        <p:spPr>
          <a:xfrm>
            <a:off x="7848178" y="3768577"/>
            <a:ext cx="890905" cy="633476"/>
          </a:xfrm>
          <a:prstGeom prst="rect">
            <a:avLst/>
          </a:prstGeom>
          <a:noFill/>
        </p:spPr>
        <p:txBody>
          <a:bodyPr wrap="square" lIns="112240" tIns="56119" rIns="112240" bIns="56119" rtlCol="0">
            <a:spAutoFit/>
          </a:bodyPr>
          <a:p>
            <a:pPr algn="ctr">
              <a:lnSpc>
                <a:spcPct val="120000"/>
              </a:lnSpc>
            </a:pPr>
            <a:r>
              <a:rPr lang="zh-CN" altLang="en-US"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教育、交通、金融、家居、安防</a:t>
            </a:r>
            <a:r>
              <a:rPr lang="en-US" altLang="zh-CN" sz="100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t>
            </a:r>
            <a:endParaRPr lang="zh-CN" altLang="en-US" sz="1000"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cxnSp>
        <p:nvCxnSpPr>
          <p:cNvPr id="2" name="直接连接符 1"/>
          <p:cNvCxnSpPr/>
          <p:nvPr/>
        </p:nvCxnSpPr>
        <p:spPr>
          <a:xfrm rot="18900000">
            <a:off x="5488041" y="4295631"/>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3" name="组合 14"/>
          <p:cNvGrpSpPr/>
          <p:nvPr/>
        </p:nvGrpSpPr>
        <p:grpSpPr>
          <a:xfrm>
            <a:off x="4620275" y="3607415"/>
            <a:ext cx="2237712" cy="2948289"/>
            <a:chOff x="3815003" y="3087488"/>
            <a:chExt cx="2237712" cy="2948289"/>
          </a:xfrm>
        </p:grpSpPr>
        <p:sp>
          <p:nvSpPr>
            <p:cNvPr id="16" name="椭圆 15"/>
            <p:cNvSpPr/>
            <p:nvPr/>
          </p:nvSpPr>
          <p:spPr>
            <a:xfrm>
              <a:off x="3993415" y="3271064"/>
              <a:ext cx="1872208" cy="1872208"/>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nvGrpSpPr>
            <p:cNvPr id="4" name="组合 16"/>
            <p:cNvGrpSpPr/>
            <p:nvPr/>
          </p:nvGrpSpPr>
          <p:grpSpPr>
            <a:xfrm>
              <a:off x="3815003" y="3087488"/>
              <a:ext cx="2237712" cy="2948289"/>
              <a:chOff x="3692888" y="2889538"/>
              <a:chExt cx="2473262" cy="3258636"/>
            </a:xfrm>
          </p:grpSpPr>
          <p:sp>
            <p:nvSpPr>
              <p:cNvPr id="18" name="椭圆 4"/>
              <p:cNvSpPr/>
              <p:nvPr/>
            </p:nvSpPr>
            <p:spPr>
              <a:xfrm>
                <a:off x="3692888" y="2889538"/>
                <a:ext cx="2473262" cy="2473262"/>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9" name="圆角矩形 18"/>
              <p:cNvSpPr/>
              <p:nvPr/>
            </p:nvSpPr>
            <p:spPr>
              <a:xfrm>
                <a:off x="4710544" y="5261738"/>
                <a:ext cx="437950" cy="886436"/>
              </a:xfrm>
              <a:prstGeom prst="roundRect">
                <a:avLst>
                  <a:gd name="adj" fmla="val 50000"/>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grpSp>
      </p:grpSp>
      <p:sp>
        <p:nvSpPr>
          <p:cNvPr id="5" name="Rectangle 11"/>
          <p:cNvSpPr>
            <a:spLocks noChangeArrowheads="1"/>
          </p:cNvSpPr>
          <p:nvPr/>
        </p:nvSpPr>
        <p:spPr bwMode="gray">
          <a:xfrm>
            <a:off x="4673480" y="4559011"/>
            <a:ext cx="2161538" cy="1085782"/>
          </a:xfrm>
          <a:prstGeom prst="rect">
            <a:avLst/>
          </a:prstGeom>
          <a:noFill/>
          <a:ln>
            <a:noFill/>
          </a:ln>
        </p:spPr>
        <p:txBody>
          <a:bodyPr wrap="square" lIns="91413" tIns="45706" rIns="91413" bIns="45706">
            <a:spAutoFit/>
          </a:bodyPr>
          <a:p>
            <a:pPr algn="ctr">
              <a:lnSpc>
                <a:spcPct val="120000"/>
              </a:lnSpc>
            </a:pPr>
            <a:r>
              <a:rPr lang="en-US" altLang="zh-CN" sz="20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t>
            </a:r>
            <a:endParaRPr lang="en-US" altLang="zh-CN" sz="20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r>
              <a:rPr lang="zh-CN" altLang="en-US"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      生态社区</a:t>
            </a:r>
            <a:endParaRPr lang="en-US" altLang="zh-CN"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endParaRPr lang="en-US" altLang="zh-CN"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a:p>
            <a:pPr algn="ctr">
              <a:lnSpc>
                <a:spcPct val="120000"/>
              </a:lnSpc>
            </a:pPr>
            <a:r>
              <a:rPr lang="zh-CN" altLang="en-US"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截止至</a:t>
            </a:r>
            <a:r>
              <a:rPr lang="en-US" altLang="zh-CN" sz="1200"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2023.4</a:t>
            </a:r>
            <a:endParaRPr lang="zh-CN" altLang="en-US" sz="1200"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5" name="文本框 24"/>
          <p:cNvSpPr txBox="1"/>
          <p:nvPr/>
        </p:nvSpPr>
        <p:spPr>
          <a:xfrm>
            <a:off x="1126490" y="183515"/>
            <a:ext cx="6096000" cy="583565"/>
          </a:xfrm>
          <a:prstGeom prst="rect">
            <a:avLst/>
          </a:prstGeom>
          <a:noFill/>
        </p:spPr>
        <p:txBody>
          <a:bodyPr wrap="square" rtlCol="0" anchor="t">
            <a:spAutoFit/>
          </a:bodyPr>
          <a:p>
            <a:r>
              <a:rPr lang="en-US" altLang="zh-CN" sz="3200"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a:t>
            </a:r>
            <a:r>
              <a:rPr lang="zh-CN" altLang="en-US" sz="3200"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生态社区</a:t>
            </a:r>
            <a:endParaRPr lang="zh-CN" altLang="en-US" sz="3200" b="1"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26" name="文本框 25"/>
          <p:cNvSpPr txBox="1"/>
          <p:nvPr/>
        </p:nvSpPr>
        <p:spPr>
          <a:xfrm>
            <a:off x="406717" y="1269682"/>
            <a:ext cx="5080000" cy="337185"/>
          </a:xfrm>
          <a:prstGeom prst="rect">
            <a:avLst/>
          </a:prstGeom>
        </p:spPr>
        <p:txBody>
          <a:bodyPr>
            <a:spAutoFit/>
          </a:bodyPr>
          <a:p>
            <a:r>
              <a:rPr lang="en-US" altLang="zh-CN" sz="1600">
                <a:hlinkClick r:id="rId1"/>
              </a:rPr>
              <a:t>OpenAtom OpenHarmony</a:t>
            </a:r>
            <a:endParaRPr lang="en-US" altLang="zh-CN" sz="1600">
              <a:hlinkClick r:id="rId1"/>
            </a:endParaRPr>
          </a:p>
        </p:txBody>
      </p:sp>
      <p:sp>
        <p:nvSpPr>
          <p:cNvPr id="28" name="文本框 27"/>
          <p:cNvSpPr txBox="1"/>
          <p:nvPr/>
        </p:nvSpPr>
        <p:spPr>
          <a:xfrm>
            <a:off x="190817" y="6091872"/>
            <a:ext cx="5080000" cy="337185"/>
          </a:xfrm>
          <a:prstGeom prst="rect">
            <a:avLst/>
          </a:prstGeom>
        </p:spPr>
        <p:txBody>
          <a:bodyPr>
            <a:spAutoFit/>
          </a:bodyPr>
          <a:p>
            <a:r>
              <a:rPr lang="en-US" altLang="zh-CN" sz="1600">
                <a:hlinkClick r:id="rId2"/>
              </a:rPr>
              <a:t>HarmonyOS </a:t>
            </a:r>
            <a:r>
              <a:rPr lang="zh-CN" altLang="en-US" sz="1600">
                <a:hlinkClick r:id="rId2"/>
              </a:rPr>
              <a:t>鸿蒙系统 </a:t>
            </a:r>
            <a:r>
              <a:rPr lang="en-US" altLang="zh-CN" sz="1600">
                <a:hlinkClick r:id="rId2"/>
              </a:rPr>
              <a:t>| </a:t>
            </a:r>
            <a:r>
              <a:rPr lang="zh-CN" altLang="en-US" sz="1600">
                <a:hlinkClick r:id="rId2"/>
              </a:rPr>
              <a:t>鸿蒙学堂</a:t>
            </a:r>
            <a:endParaRPr lang="zh-CN" altLang="en-US" sz="1600">
              <a:hlinkClick r:id="rId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300" fill="hold"/>
                                        <p:tgtEl>
                                          <p:spTgt spid="13"/>
                                        </p:tgtEl>
                                        <p:attrNameLst>
                                          <p:attrName>ppt_w</p:attrName>
                                        </p:attrNameLst>
                                      </p:cBhvr>
                                      <p:tavLst>
                                        <p:tav tm="0">
                                          <p:val>
                                            <p:fltVal val="0"/>
                                          </p:val>
                                        </p:tav>
                                        <p:tav tm="100000">
                                          <p:val>
                                            <p:strVal val="#ppt_w"/>
                                          </p:val>
                                        </p:tav>
                                      </p:tavLst>
                                    </p:anim>
                                    <p:anim calcmode="lin" valueType="num">
                                      <p:cBhvr>
                                        <p:cTn id="40" dur="300" fill="hold"/>
                                        <p:tgtEl>
                                          <p:spTgt spid="13"/>
                                        </p:tgtEl>
                                        <p:attrNameLst>
                                          <p:attrName>ppt_h</p:attrName>
                                        </p:attrNameLst>
                                      </p:cBhvr>
                                      <p:tavLst>
                                        <p:tav tm="0">
                                          <p:val>
                                            <p:fltVal val="0"/>
                                          </p:val>
                                        </p:tav>
                                        <p:tav tm="100000">
                                          <p:val>
                                            <p:strVal val="#ppt_h"/>
                                          </p:val>
                                        </p:tav>
                                      </p:tavLst>
                                    </p:anim>
                                    <p:animEffect transition="in" filter="fade">
                                      <p:cBhvr>
                                        <p:cTn id="41" dur="30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300" fill="hold"/>
                                        <p:tgtEl>
                                          <p:spTgt spid="21"/>
                                        </p:tgtEl>
                                        <p:attrNameLst>
                                          <p:attrName>ppt_w</p:attrName>
                                        </p:attrNameLst>
                                      </p:cBhvr>
                                      <p:tavLst>
                                        <p:tav tm="0">
                                          <p:val>
                                            <p:fltVal val="0"/>
                                          </p:val>
                                        </p:tav>
                                        <p:tav tm="100000">
                                          <p:val>
                                            <p:strVal val="#ppt_w"/>
                                          </p:val>
                                        </p:tav>
                                      </p:tavLst>
                                    </p:anim>
                                    <p:anim calcmode="lin" valueType="num">
                                      <p:cBhvr>
                                        <p:cTn id="52" dur="300" fill="hold"/>
                                        <p:tgtEl>
                                          <p:spTgt spid="21"/>
                                        </p:tgtEl>
                                        <p:attrNameLst>
                                          <p:attrName>ppt_h</p:attrName>
                                        </p:attrNameLst>
                                      </p:cBhvr>
                                      <p:tavLst>
                                        <p:tav tm="0">
                                          <p:val>
                                            <p:fltVal val="0"/>
                                          </p:val>
                                        </p:tav>
                                        <p:tav tm="100000">
                                          <p:val>
                                            <p:strVal val="#ppt_h"/>
                                          </p:val>
                                        </p:tav>
                                      </p:tavLst>
                                    </p:anim>
                                    <p:animEffect transition="in" filter="fade">
                                      <p:cBhvr>
                                        <p:cTn id="53" dur="300"/>
                                        <p:tgtEl>
                                          <p:spTgt spid="21"/>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p:cTn id="63" dur="300" fill="hold"/>
                                        <p:tgtEl>
                                          <p:spTgt spid="22"/>
                                        </p:tgtEl>
                                        <p:attrNameLst>
                                          <p:attrName>ppt_w</p:attrName>
                                        </p:attrNameLst>
                                      </p:cBhvr>
                                      <p:tavLst>
                                        <p:tav tm="0">
                                          <p:val>
                                            <p:fltVal val="0"/>
                                          </p:val>
                                        </p:tav>
                                        <p:tav tm="100000">
                                          <p:val>
                                            <p:strVal val="#ppt_w"/>
                                          </p:val>
                                        </p:tav>
                                      </p:tavLst>
                                    </p:anim>
                                    <p:anim calcmode="lin" valueType="num">
                                      <p:cBhvr>
                                        <p:cTn id="64" dur="300" fill="hold"/>
                                        <p:tgtEl>
                                          <p:spTgt spid="22"/>
                                        </p:tgtEl>
                                        <p:attrNameLst>
                                          <p:attrName>ppt_h</p:attrName>
                                        </p:attrNameLst>
                                      </p:cBhvr>
                                      <p:tavLst>
                                        <p:tav tm="0">
                                          <p:val>
                                            <p:fltVal val="0"/>
                                          </p:val>
                                        </p:tav>
                                        <p:tav tm="100000">
                                          <p:val>
                                            <p:strVal val="#ppt_h"/>
                                          </p:val>
                                        </p:tav>
                                      </p:tavLst>
                                    </p:anim>
                                    <p:animEffect transition="in" filter="fade">
                                      <p:cBhvr>
                                        <p:cTn id="65" dur="300"/>
                                        <p:tgtEl>
                                          <p:spTgt spid="22"/>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7"/>
                                        </p:tgtEl>
                                        <p:attrNameLst>
                                          <p:attrName>style.visibility</p:attrName>
                                        </p:attrNameLst>
                                      </p:cBhvr>
                                      <p:to>
                                        <p:strVal val="visible"/>
                                      </p:to>
                                    </p:set>
                                    <p:anim calcmode="lin" valueType="num">
                                      <p:cBhvr>
                                        <p:cTn id="68" dur="500" fill="hold"/>
                                        <p:tgtEl>
                                          <p:spTgt spid="7"/>
                                        </p:tgtEl>
                                        <p:attrNameLst>
                                          <p:attrName>ppt_w</p:attrName>
                                        </p:attrNameLst>
                                      </p:cBhvr>
                                      <p:tavLst>
                                        <p:tav tm="0">
                                          <p:val>
                                            <p:fltVal val="0"/>
                                          </p:val>
                                        </p:tav>
                                        <p:tav tm="100000">
                                          <p:val>
                                            <p:strVal val="#ppt_w"/>
                                          </p:val>
                                        </p:tav>
                                      </p:tavLst>
                                    </p:anim>
                                    <p:anim calcmode="lin" valueType="num">
                                      <p:cBhvr>
                                        <p:cTn id="69" dur="500" fill="hold"/>
                                        <p:tgtEl>
                                          <p:spTgt spid="7"/>
                                        </p:tgtEl>
                                        <p:attrNameLst>
                                          <p:attrName>ppt_h</p:attrName>
                                        </p:attrNameLst>
                                      </p:cBhvr>
                                      <p:tavLst>
                                        <p:tav tm="0">
                                          <p:val>
                                            <p:fltVal val="0"/>
                                          </p:val>
                                        </p:tav>
                                        <p:tav tm="100000">
                                          <p:val>
                                            <p:strVal val="#ppt_h"/>
                                          </p:val>
                                        </p:tav>
                                      </p:tavLst>
                                    </p:anim>
                                    <p:animEffect transition="in" filter="fade">
                                      <p:cBhvr>
                                        <p:cTn id="70" dur="500"/>
                                        <p:tgtEl>
                                          <p:spTgt spid="7"/>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p:cTn id="75" dur="300" fill="hold"/>
                                        <p:tgtEl>
                                          <p:spTgt spid="23"/>
                                        </p:tgtEl>
                                        <p:attrNameLst>
                                          <p:attrName>ppt_w</p:attrName>
                                        </p:attrNameLst>
                                      </p:cBhvr>
                                      <p:tavLst>
                                        <p:tav tm="0">
                                          <p:val>
                                            <p:fltVal val="0"/>
                                          </p:val>
                                        </p:tav>
                                        <p:tav tm="100000">
                                          <p:val>
                                            <p:strVal val="#ppt_w"/>
                                          </p:val>
                                        </p:tav>
                                      </p:tavLst>
                                    </p:anim>
                                    <p:anim calcmode="lin" valueType="num">
                                      <p:cBhvr>
                                        <p:cTn id="76" dur="300" fill="hold"/>
                                        <p:tgtEl>
                                          <p:spTgt spid="23"/>
                                        </p:tgtEl>
                                        <p:attrNameLst>
                                          <p:attrName>ppt_h</p:attrName>
                                        </p:attrNameLst>
                                      </p:cBhvr>
                                      <p:tavLst>
                                        <p:tav tm="0">
                                          <p:val>
                                            <p:fltVal val="0"/>
                                          </p:val>
                                        </p:tav>
                                        <p:tav tm="100000">
                                          <p:val>
                                            <p:strVal val="#ppt_h"/>
                                          </p:val>
                                        </p:tav>
                                      </p:tavLst>
                                    </p:anim>
                                    <p:animEffect transition="in" filter="fade">
                                      <p:cBhvr>
                                        <p:cTn id="77" dur="300"/>
                                        <p:tgtEl>
                                          <p:spTgt spid="23"/>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5"/>
                                        </p:tgtEl>
                                        <p:attrNameLst>
                                          <p:attrName>style.visibility</p:attrName>
                                        </p:attrNameLst>
                                      </p:cBhvr>
                                      <p:to>
                                        <p:strVal val="visible"/>
                                      </p:to>
                                    </p:set>
                                    <p:anim calcmode="lin" valueType="num">
                                      <p:cBhvr>
                                        <p:cTn id="80" dur="500" fill="hold"/>
                                        <p:tgtEl>
                                          <p:spTgt spid="15"/>
                                        </p:tgtEl>
                                        <p:attrNameLst>
                                          <p:attrName>ppt_w</p:attrName>
                                        </p:attrNameLst>
                                      </p:cBhvr>
                                      <p:tavLst>
                                        <p:tav tm="0">
                                          <p:val>
                                            <p:fltVal val="0"/>
                                          </p:val>
                                        </p:tav>
                                        <p:tav tm="100000">
                                          <p:val>
                                            <p:strVal val="#ppt_w"/>
                                          </p:val>
                                        </p:tav>
                                      </p:tavLst>
                                    </p:anim>
                                    <p:anim calcmode="lin" valueType="num">
                                      <p:cBhvr>
                                        <p:cTn id="81" dur="500" fill="hold"/>
                                        <p:tgtEl>
                                          <p:spTgt spid="15"/>
                                        </p:tgtEl>
                                        <p:attrNameLst>
                                          <p:attrName>ppt_h</p:attrName>
                                        </p:attrNameLst>
                                      </p:cBhvr>
                                      <p:tavLst>
                                        <p:tav tm="0">
                                          <p:val>
                                            <p:fltVal val="0"/>
                                          </p:val>
                                        </p:tav>
                                        <p:tav tm="100000">
                                          <p:val>
                                            <p:strVal val="#ppt_h"/>
                                          </p:val>
                                        </p:tav>
                                      </p:tavLst>
                                    </p:anim>
                                    <p:animEffect transition="in" filter="fade">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p:cTn id="87" dur="300" fill="hold"/>
                                        <p:tgtEl>
                                          <p:spTgt spid="24"/>
                                        </p:tgtEl>
                                        <p:attrNameLst>
                                          <p:attrName>ppt_w</p:attrName>
                                        </p:attrNameLst>
                                      </p:cBhvr>
                                      <p:tavLst>
                                        <p:tav tm="0">
                                          <p:val>
                                            <p:fltVal val="0"/>
                                          </p:val>
                                        </p:tav>
                                        <p:tav tm="100000">
                                          <p:val>
                                            <p:strVal val="#ppt_w"/>
                                          </p:val>
                                        </p:tav>
                                      </p:tavLst>
                                    </p:anim>
                                    <p:anim calcmode="lin" valueType="num">
                                      <p:cBhvr>
                                        <p:cTn id="88" dur="300" fill="hold"/>
                                        <p:tgtEl>
                                          <p:spTgt spid="24"/>
                                        </p:tgtEl>
                                        <p:attrNameLst>
                                          <p:attrName>ppt_h</p:attrName>
                                        </p:attrNameLst>
                                      </p:cBhvr>
                                      <p:tavLst>
                                        <p:tav tm="0">
                                          <p:val>
                                            <p:fltVal val="0"/>
                                          </p:val>
                                        </p:tav>
                                        <p:tav tm="100000">
                                          <p:val>
                                            <p:strVal val="#ppt_h"/>
                                          </p:val>
                                        </p:tav>
                                      </p:tavLst>
                                    </p:anim>
                                    <p:animEffect transition="in" filter="fade">
                                      <p:cBhvr>
                                        <p:cTn id="89" dur="300"/>
                                        <p:tgtEl>
                                          <p:spTgt spid="24"/>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 calcmode="lin" valueType="num">
                                      <p:cBhvr>
                                        <p:cTn id="92" dur="500" fill="hold"/>
                                        <p:tgtEl>
                                          <p:spTgt spid="17"/>
                                        </p:tgtEl>
                                        <p:attrNameLst>
                                          <p:attrName>ppt_w</p:attrName>
                                        </p:attrNameLst>
                                      </p:cBhvr>
                                      <p:tavLst>
                                        <p:tav tm="0">
                                          <p:val>
                                            <p:fltVal val="0"/>
                                          </p:val>
                                        </p:tav>
                                        <p:tav tm="100000">
                                          <p:val>
                                            <p:strVal val="#ppt_w"/>
                                          </p:val>
                                        </p:tav>
                                      </p:tavLst>
                                    </p:anim>
                                    <p:anim calcmode="lin" valueType="num">
                                      <p:cBhvr>
                                        <p:cTn id="93" dur="500" fill="hold"/>
                                        <p:tgtEl>
                                          <p:spTgt spid="17"/>
                                        </p:tgtEl>
                                        <p:attrNameLst>
                                          <p:attrName>ppt_h</p:attrName>
                                        </p:attrNameLst>
                                      </p:cBhvr>
                                      <p:tavLst>
                                        <p:tav tm="0">
                                          <p:val>
                                            <p:fltVal val="0"/>
                                          </p:val>
                                        </p:tav>
                                        <p:tav tm="100000">
                                          <p:val>
                                            <p:strVal val="#ppt_h"/>
                                          </p:val>
                                        </p:tav>
                                      </p:tavLst>
                                    </p:anim>
                                    <p:animEffect transition="in" filter="fade">
                                      <p:cBhvr>
                                        <p:cTn id="94" dur="500"/>
                                        <p:tgtEl>
                                          <p:spTgt spid="17"/>
                                        </p:tgtEl>
                                      </p:cBhvr>
                                    </p:animEffect>
                                  </p:childTnLst>
                                </p:cTn>
                              </p:par>
                            </p:childTnLst>
                          </p:cTn>
                        </p:par>
                        <p:par>
                          <p:cTn id="95" fill="hold">
                            <p:stCondLst>
                              <p:cond delay="500"/>
                            </p:stCondLst>
                            <p:childTnLst>
                              <p:par>
                                <p:cTn id="96" presetID="2" presetClass="entr" presetSubtype="4" fill="hold" grpId="0" nodeType="afterEffect">
                                  <p:stCondLst>
                                    <p:cond delay="0"/>
                                  </p:stCondLst>
                                  <p:childTnLst>
                                    <p:set>
                                      <p:cBhvr>
                                        <p:cTn id="97" dur="1" fill="hold">
                                          <p:stCondLst>
                                            <p:cond delay="0"/>
                                          </p:stCondLst>
                                        </p:cTn>
                                        <p:tgtEl>
                                          <p:spTgt spid="5"/>
                                        </p:tgtEl>
                                        <p:attrNameLst>
                                          <p:attrName>style.visibility</p:attrName>
                                        </p:attrNameLst>
                                      </p:cBhvr>
                                      <p:to>
                                        <p:strVal val="visible"/>
                                      </p:to>
                                    </p:set>
                                    <p:anim calcmode="lin" valueType="num">
                                      <p:cBhvr additive="base">
                                        <p:cTn id="98" dur="500" fill="hold"/>
                                        <p:tgtEl>
                                          <p:spTgt spid="5"/>
                                        </p:tgtEl>
                                        <p:attrNameLst>
                                          <p:attrName>ppt_x</p:attrName>
                                        </p:attrNameLst>
                                      </p:cBhvr>
                                      <p:tavLst>
                                        <p:tav tm="0">
                                          <p:val>
                                            <p:strVal val="#ppt_x"/>
                                          </p:val>
                                        </p:tav>
                                        <p:tav tm="100000">
                                          <p:val>
                                            <p:strVal val="#ppt_x"/>
                                          </p:val>
                                        </p:tav>
                                      </p:tavLst>
                                    </p:anim>
                                    <p:anim calcmode="lin" valueType="num">
                                      <p:cBhvr additive="base">
                                        <p:cTn id="99" dur="500" fill="hold"/>
                                        <p:tgtEl>
                                          <p:spTgt spid="5"/>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3"/>
                                        </p:tgtEl>
                                        <p:attrNameLst>
                                          <p:attrName>style.visibility</p:attrName>
                                        </p:attrNameLst>
                                      </p:cBhvr>
                                      <p:to>
                                        <p:strVal val="visible"/>
                                      </p:to>
                                    </p:set>
                                    <p:anim calcmode="lin" valueType="num">
                                      <p:cBhvr additive="base">
                                        <p:cTn id="102" dur="500" fill="hold"/>
                                        <p:tgtEl>
                                          <p:spTgt spid="3"/>
                                        </p:tgtEl>
                                        <p:attrNameLst>
                                          <p:attrName>ppt_x</p:attrName>
                                        </p:attrNameLst>
                                      </p:cBhvr>
                                      <p:tavLst>
                                        <p:tav tm="0">
                                          <p:val>
                                            <p:strVal val="#ppt_x"/>
                                          </p:val>
                                        </p:tav>
                                        <p:tav tm="100000">
                                          <p:val>
                                            <p:strVal val="#ppt_x"/>
                                          </p:val>
                                        </p:tav>
                                      </p:tavLst>
                                    </p:anim>
                                    <p:anim calcmode="lin" valueType="num">
                                      <p:cBhvr additive="base">
                                        <p:cTn id="103" dur="500" fill="hold"/>
                                        <p:tgtEl>
                                          <p:spTgt spid="3"/>
                                        </p:tgtEl>
                                        <p:attrNameLst>
                                          <p:attrName>ppt_y</p:attrName>
                                        </p:attrNameLst>
                                      </p:cBhvr>
                                      <p:tavLst>
                                        <p:tav tm="0">
                                          <p:val>
                                            <p:strVal val="1+#ppt_h/2"/>
                                          </p:val>
                                        </p:tav>
                                        <p:tav tm="100000">
                                          <p:val>
                                            <p:strVal val="#ppt_y"/>
                                          </p:val>
                                        </p:tav>
                                      </p:tavLst>
                                    </p:anim>
                                  </p:childTnLst>
                                </p:cTn>
                              </p:par>
                              <p:par>
                                <p:cTn id="104" presetID="53" presetClass="entr" presetSubtype="16" fill="hold" nodeType="withEffect">
                                  <p:stCondLst>
                                    <p:cond delay="0"/>
                                  </p:stCondLst>
                                  <p:childTnLst>
                                    <p:set>
                                      <p:cBhvr>
                                        <p:cTn id="105" dur="1" fill="hold">
                                          <p:stCondLst>
                                            <p:cond delay="0"/>
                                          </p:stCondLst>
                                        </p:cTn>
                                        <p:tgtEl>
                                          <p:spTgt spid="2"/>
                                        </p:tgtEl>
                                        <p:attrNameLst>
                                          <p:attrName>style.visibility</p:attrName>
                                        </p:attrNameLst>
                                      </p:cBhvr>
                                      <p:to>
                                        <p:strVal val="visible"/>
                                      </p:to>
                                    </p:set>
                                    <p:anim calcmode="lin" valueType="num">
                                      <p:cBhvr>
                                        <p:cTn id="106" dur="500" fill="hold"/>
                                        <p:tgtEl>
                                          <p:spTgt spid="2"/>
                                        </p:tgtEl>
                                        <p:attrNameLst>
                                          <p:attrName>ppt_w</p:attrName>
                                        </p:attrNameLst>
                                      </p:cBhvr>
                                      <p:tavLst>
                                        <p:tav tm="0">
                                          <p:val>
                                            <p:fltVal val="0"/>
                                          </p:val>
                                        </p:tav>
                                        <p:tav tm="100000">
                                          <p:val>
                                            <p:strVal val="#ppt_w"/>
                                          </p:val>
                                        </p:tav>
                                      </p:tavLst>
                                    </p:anim>
                                    <p:anim calcmode="lin" valueType="num">
                                      <p:cBhvr>
                                        <p:cTn id="107" dur="500" fill="hold"/>
                                        <p:tgtEl>
                                          <p:spTgt spid="2"/>
                                        </p:tgtEl>
                                        <p:attrNameLst>
                                          <p:attrName>ppt_h</p:attrName>
                                        </p:attrNameLst>
                                      </p:cBhvr>
                                      <p:tavLst>
                                        <p:tav tm="0">
                                          <p:val>
                                            <p:fltVal val="0"/>
                                          </p:val>
                                        </p:tav>
                                        <p:tav tm="100000">
                                          <p:val>
                                            <p:strVal val="#ppt_h"/>
                                          </p:val>
                                        </p:tav>
                                      </p:tavLst>
                                    </p:anim>
                                    <p:animEffect transition="in" filter="fade">
                                      <p:cBhvr>
                                        <p:cTn id="10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P spid="20" grpId="0"/>
      <p:bldP spid="21" grpId="0" bldLvl="0" animBg="1"/>
      <p:bldP spid="22" grpId="0" bldLvl="0" animBg="1"/>
      <p:bldP spid="23" grpId="0" bldLvl="0" animBg="1"/>
      <p:bldP spid="24" grpId="0" bldLvl="0" animBg="1"/>
      <p:bldP spid="6" grpId="0"/>
      <p:bldP spid="7" grpId="0"/>
      <p:bldP spid="15" grpId="0"/>
      <p:bldP spid="17"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74497" y="2061980"/>
            <a:ext cx="8556001" cy="2819063"/>
          </a:xfrm>
          <a:prstGeom prst="rect">
            <a:avLst/>
          </a:prstGeom>
        </p:spPr>
      </p:pic>
      <p:sp>
        <p:nvSpPr>
          <p:cNvPr id="3" name="文本框 2"/>
          <p:cNvSpPr txBox="1"/>
          <p:nvPr/>
        </p:nvSpPr>
        <p:spPr>
          <a:xfrm>
            <a:off x="1054735" y="189230"/>
            <a:ext cx="6096000" cy="583565"/>
          </a:xfrm>
          <a:prstGeom prst="rect">
            <a:avLst/>
          </a:prstGeom>
          <a:noFill/>
        </p:spPr>
        <p:txBody>
          <a:bodyPr wrap="square" rtlCol="0" anchor="t">
            <a:spAutoFit/>
          </a:bodyPr>
          <a:p>
            <a:r>
              <a:rPr lang="en-US" altLang="zh-CN" sz="3200"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a:t>
            </a:r>
            <a:r>
              <a:rPr lang="zh-CN" altLang="en-US" sz="3200"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生态</a:t>
            </a:r>
            <a:endParaRPr lang="zh-CN" altLang="en-US" sz="3200" b="1"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8742" y="1392959"/>
            <a:ext cx="5937738" cy="766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8742" y="2176664"/>
            <a:ext cx="5937738" cy="1033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4344" y="3245286"/>
            <a:ext cx="5922136" cy="1428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8742" y="4738698"/>
            <a:ext cx="6081553" cy="1067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圆角矩形 5"/>
          <p:cNvSpPr/>
          <p:nvPr/>
        </p:nvSpPr>
        <p:spPr>
          <a:xfrm>
            <a:off x="8257207" y="1525887"/>
            <a:ext cx="2662535" cy="510778"/>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wrap="square" anchor="ctr">
            <a:spAutoFit/>
          </a:bodyPr>
          <a:lstStyle/>
          <a:p>
            <a:pPr algn="ctr" fontAlgn="auto">
              <a:spcBef>
                <a:spcPts val="0"/>
              </a:spcBef>
              <a:spcAft>
                <a:spcPts val="0"/>
              </a:spcAft>
              <a:defRPr/>
            </a:pPr>
            <a:r>
              <a:rPr lang="zh-CN" altLang="en-US" kern="0" dirty="0">
                <a:solidFill>
                  <a:sysClr val="window" lastClr="FFFFFF"/>
                </a:solidFill>
                <a:latin typeface="微软雅黑" panose="020B0503020204020204" pitchFamily="34" charset="-122"/>
                <a:ea typeface="微软雅黑" panose="020B0503020204020204" pitchFamily="34" charset="-122"/>
              </a:rPr>
              <a:t>应用程序层</a:t>
            </a:r>
            <a:endParaRPr lang="en-US" altLang="zh-CN" kern="0" dirty="0">
              <a:solidFill>
                <a:sysClr val="window" lastClr="FFFFFF"/>
              </a:solidFill>
              <a:latin typeface="微软雅黑" panose="020B0503020204020204" pitchFamily="34" charset="-122"/>
              <a:ea typeface="微软雅黑" panose="020B0503020204020204" pitchFamily="34" charset="-122"/>
            </a:endParaRPr>
          </a:p>
        </p:txBody>
      </p:sp>
      <p:sp>
        <p:nvSpPr>
          <p:cNvPr id="7" name="圆角矩形 6"/>
          <p:cNvSpPr/>
          <p:nvPr/>
        </p:nvSpPr>
        <p:spPr>
          <a:xfrm>
            <a:off x="8329215" y="2559548"/>
            <a:ext cx="2590527" cy="510778"/>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wrap="square" anchor="ctr">
            <a:spAutoFit/>
          </a:bodyPr>
          <a:lstStyle/>
          <a:p>
            <a:pPr algn="ctr" fontAlgn="auto">
              <a:spcBef>
                <a:spcPts val="0"/>
              </a:spcBef>
              <a:spcAft>
                <a:spcPts val="0"/>
              </a:spcAft>
              <a:defRPr/>
            </a:pPr>
            <a:r>
              <a:rPr lang="zh-CN" altLang="en-US" kern="0" dirty="0">
                <a:solidFill>
                  <a:sysClr val="window" lastClr="FFFFFF"/>
                </a:solidFill>
                <a:latin typeface="微软雅黑" panose="020B0503020204020204" pitchFamily="34" charset="-122"/>
                <a:ea typeface="微软雅黑" panose="020B0503020204020204" pitchFamily="34" charset="-122"/>
              </a:rPr>
              <a:t>应用程序框架层</a:t>
            </a:r>
            <a:endParaRPr lang="zh-CN" altLang="en-US" kern="0" dirty="0">
              <a:solidFill>
                <a:sysClr val="window" lastClr="FFFFFF"/>
              </a:solidFill>
              <a:latin typeface="微软雅黑" panose="020B0503020204020204" pitchFamily="34" charset="-122"/>
              <a:ea typeface="微软雅黑" panose="020B0503020204020204" pitchFamily="34" charset="-122"/>
            </a:endParaRPr>
          </a:p>
        </p:txBody>
      </p:sp>
      <p:sp>
        <p:nvSpPr>
          <p:cNvPr id="8" name="圆角矩形 7"/>
          <p:cNvSpPr/>
          <p:nvPr/>
        </p:nvSpPr>
        <p:spPr>
          <a:xfrm>
            <a:off x="8329215" y="3711104"/>
            <a:ext cx="2590527" cy="510778"/>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wrap="square" anchor="ctr">
            <a:spAutoFit/>
          </a:bodyPr>
          <a:lstStyle/>
          <a:p>
            <a:pPr algn="ctr" fontAlgn="auto">
              <a:spcBef>
                <a:spcPts val="0"/>
              </a:spcBef>
              <a:spcAft>
                <a:spcPts val="0"/>
              </a:spcAft>
              <a:defRPr/>
            </a:pPr>
            <a:r>
              <a:rPr lang="zh-CN" altLang="en-US" kern="0" dirty="0">
                <a:solidFill>
                  <a:sysClr val="window" lastClr="FFFFFF"/>
                </a:solidFill>
                <a:latin typeface="微软雅黑" panose="020B0503020204020204" pitchFamily="34" charset="-122"/>
                <a:ea typeface="微软雅黑" panose="020B0503020204020204" pitchFamily="34" charset="-122"/>
              </a:rPr>
              <a:t>核心类库层</a:t>
            </a:r>
            <a:endParaRPr lang="zh-CN" altLang="en-US" kern="0" dirty="0">
              <a:solidFill>
                <a:sysClr val="window" lastClr="FFFFFF"/>
              </a:solidFill>
              <a:latin typeface="微软雅黑" panose="020B0503020204020204" pitchFamily="34" charset="-122"/>
              <a:ea typeface="微软雅黑" panose="020B0503020204020204" pitchFamily="34" charset="-122"/>
            </a:endParaRPr>
          </a:p>
        </p:txBody>
      </p:sp>
      <p:sp>
        <p:nvSpPr>
          <p:cNvPr id="9" name="圆角矩形 8"/>
          <p:cNvSpPr/>
          <p:nvPr/>
        </p:nvSpPr>
        <p:spPr>
          <a:xfrm>
            <a:off x="8293210" y="5016989"/>
            <a:ext cx="2590527" cy="510778"/>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wrap="square" anchor="ctr">
            <a:spAutoFit/>
          </a:bodyPr>
          <a:lstStyle/>
          <a:p>
            <a:pPr algn="ctr" fontAlgn="auto">
              <a:spcBef>
                <a:spcPts val="0"/>
              </a:spcBef>
              <a:spcAft>
                <a:spcPts val="0"/>
              </a:spcAft>
              <a:defRPr/>
            </a:pPr>
            <a:r>
              <a:rPr lang="en-US" altLang="zh-CN" kern="0" dirty="0">
                <a:solidFill>
                  <a:sysClr val="window" lastClr="FFFFFF"/>
                </a:solidFill>
                <a:latin typeface="微软雅黑" panose="020B0503020204020204" pitchFamily="34" charset="-122"/>
                <a:ea typeface="微软雅黑" panose="020B0503020204020204" pitchFamily="34" charset="-122"/>
              </a:rPr>
              <a:t>Linux</a:t>
            </a:r>
            <a:r>
              <a:rPr lang="zh-CN" altLang="en-US" kern="0" dirty="0">
                <a:solidFill>
                  <a:sysClr val="window" lastClr="FFFFFF"/>
                </a:solidFill>
                <a:latin typeface="微软雅黑" panose="020B0503020204020204" pitchFamily="34" charset="-122"/>
                <a:ea typeface="微软雅黑" panose="020B0503020204020204" pitchFamily="34" charset="-122"/>
              </a:rPr>
              <a:t>内核层</a:t>
            </a:r>
            <a:endParaRPr lang="zh-CN" altLang="en-US" kern="0" dirty="0">
              <a:solidFill>
                <a:sysClr val="window" lastClr="FFFFFF"/>
              </a:solidFill>
              <a:latin typeface="微软雅黑" panose="020B0503020204020204" pitchFamily="34" charset="-122"/>
              <a:ea typeface="微软雅黑" panose="020B0503020204020204" pitchFamily="34" charset="-122"/>
            </a:endParaRPr>
          </a:p>
        </p:txBody>
      </p:sp>
      <p:sp>
        <p:nvSpPr>
          <p:cNvPr id="10" name="右箭头 9"/>
          <p:cNvSpPr/>
          <p:nvPr/>
        </p:nvSpPr>
        <p:spPr bwMode="auto">
          <a:xfrm rot="5400000">
            <a:off x="9369559" y="2273602"/>
            <a:ext cx="337342" cy="109339"/>
          </a:xfrm>
          <a:prstGeom prst="rightArrow">
            <a:avLst>
              <a:gd name="adj1" fmla="val 69403"/>
              <a:gd name="adj2" fmla="val 86923"/>
            </a:avLst>
          </a:prstGeom>
          <a:solidFill>
            <a:srgbClr val="0070C0"/>
          </a:solidFill>
          <a:ln w="3175"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rIns="0" anchor="ctr"/>
          <a:lstStyle/>
          <a:p>
            <a:pPr algn="ctr" fontAlgn="auto">
              <a:lnSpc>
                <a:spcPct val="120000"/>
              </a:lnSpc>
              <a:spcBef>
                <a:spcPts val="600"/>
              </a:spcBef>
              <a:spcAft>
                <a:spcPts val="600"/>
              </a:spcAft>
              <a:defRPr/>
            </a:pPr>
            <a:endParaRPr lang="zh-CN" altLang="en-US" sz="2800" kern="0">
              <a:solidFill>
                <a:sysClr val="window" lastClr="FFFFFF"/>
              </a:solidFill>
              <a:latin typeface="Impact" panose="020B0806030902050204" pitchFamily="34" charset="0"/>
              <a:ea typeface="微软雅黑" panose="020B0503020204020204" pitchFamily="34" charset="-122"/>
              <a:cs typeface="+mn-cs"/>
            </a:endParaRPr>
          </a:p>
        </p:txBody>
      </p:sp>
      <p:sp>
        <p:nvSpPr>
          <p:cNvPr id="11" name="右箭头 10"/>
          <p:cNvSpPr/>
          <p:nvPr/>
        </p:nvSpPr>
        <p:spPr bwMode="auto">
          <a:xfrm rot="5400000">
            <a:off x="9365133" y="3350469"/>
            <a:ext cx="337342" cy="109339"/>
          </a:xfrm>
          <a:prstGeom prst="rightArrow">
            <a:avLst>
              <a:gd name="adj1" fmla="val 69403"/>
              <a:gd name="adj2" fmla="val 86923"/>
            </a:avLst>
          </a:prstGeom>
          <a:solidFill>
            <a:srgbClr val="0070C0"/>
          </a:solidFill>
          <a:ln w="3175"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rIns="0" anchor="ctr"/>
          <a:lstStyle/>
          <a:p>
            <a:pPr algn="ctr" fontAlgn="auto">
              <a:lnSpc>
                <a:spcPct val="120000"/>
              </a:lnSpc>
              <a:spcBef>
                <a:spcPts val="600"/>
              </a:spcBef>
              <a:spcAft>
                <a:spcPts val="600"/>
              </a:spcAft>
              <a:defRPr/>
            </a:pPr>
            <a:endParaRPr lang="zh-CN" altLang="en-US" sz="2800" kern="0">
              <a:solidFill>
                <a:sysClr val="window" lastClr="FFFFFF"/>
              </a:solidFill>
              <a:latin typeface="Impact" panose="020B0806030902050204" pitchFamily="34" charset="0"/>
              <a:ea typeface="微软雅黑" panose="020B0503020204020204" pitchFamily="34" charset="-122"/>
              <a:cs typeface="+mn-cs"/>
            </a:endParaRPr>
          </a:p>
        </p:txBody>
      </p:sp>
      <p:sp>
        <p:nvSpPr>
          <p:cNvPr id="12" name="右箭头 11"/>
          <p:cNvSpPr/>
          <p:nvPr/>
        </p:nvSpPr>
        <p:spPr bwMode="auto">
          <a:xfrm rot="5400000">
            <a:off x="9401137" y="4574605"/>
            <a:ext cx="337342" cy="109339"/>
          </a:xfrm>
          <a:prstGeom prst="rightArrow">
            <a:avLst>
              <a:gd name="adj1" fmla="val 69403"/>
              <a:gd name="adj2" fmla="val 86923"/>
            </a:avLst>
          </a:prstGeom>
          <a:solidFill>
            <a:srgbClr val="0070C0"/>
          </a:solidFill>
          <a:ln w="3175" cap="flat" cmpd="sng" algn="ctr">
            <a:no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lIns="0" rIns="0" anchor="ctr"/>
          <a:lstStyle/>
          <a:p>
            <a:pPr algn="ctr" fontAlgn="auto">
              <a:lnSpc>
                <a:spcPct val="120000"/>
              </a:lnSpc>
              <a:spcBef>
                <a:spcPts val="600"/>
              </a:spcBef>
              <a:spcAft>
                <a:spcPts val="600"/>
              </a:spcAft>
              <a:defRPr/>
            </a:pPr>
            <a:endParaRPr lang="zh-CN" altLang="en-US" sz="2800" kern="0">
              <a:solidFill>
                <a:sysClr val="window" lastClr="FFFFFF"/>
              </a:solidFill>
              <a:latin typeface="Impact" panose="020B0806030902050204" pitchFamily="34" charset="0"/>
              <a:ea typeface="微软雅黑" panose="020B0503020204020204" pitchFamily="34" charset="-122"/>
              <a:cs typeface="+mn-cs"/>
            </a:endParaRPr>
          </a:p>
        </p:txBody>
      </p:sp>
      <p:sp>
        <p:nvSpPr>
          <p:cNvPr id="13" name="标题 1"/>
          <p:cNvSpPr>
            <a:spLocks noChangeArrowheads="1"/>
          </p:cNvSpPr>
          <p:nvPr/>
        </p:nvSpPr>
        <p:spPr bwMode="auto">
          <a:xfrm>
            <a:off x="991791"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1.1.3 Android</a:t>
            </a:r>
            <a:r>
              <a:rPr lang="zh-CN" altLang="en-US"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体系结构</a:t>
            </a:r>
            <a:endParaRPr lang="zh-CN" altLang="en-US"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up)">
                                      <p:cBhvr>
                                        <p:cTn id="43" dur="500"/>
                                        <p:tgtEl>
                                          <p:spTgt spid="12"/>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2300" y="1125855"/>
            <a:ext cx="10387965" cy="504634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1198245" y="261620"/>
            <a:ext cx="8241665" cy="460375"/>
          </a:xfrm>
          <a:prstGeom prst="rect">
            <a:avLst/>
          </a:prstGeom>
          <a:noFill/>
        </p:spPr>
        <p:txBody>
          <a:bodyPr wrap="square" rtlCol="0" anchor="t">
            <a:spAutoFit/>
          </a:bodyPr>
          <a:p>
            <a:r>
              <a:rPr lang="en-US" altLang="zh-CN" sz="2400" b="1" dirty="0">
                <a:solidFill>
                  <a:srgbClr val="595959"/>
                </a:solidFill>
                <a:latin typeface="微软雅黑" panose="020B0503020204020204" pitchFamily="34" charset="-122"/>
                <a:ea typeface="微软雅黑" panose="020B0503020204020204" pitchFamily="34" charset="-122"/>
                <a:cs typeface="+mn-ea"/>
                <a:sym typeface="思源黑体" panose="020B0400000000000000" pitchFamily="34" charset="-122"/>
              </a:rPr>
              <a:t>1.1.3 HarmonyOS与OpenHarmony的技术架构</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down)">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1198662" y="1053530"/>
            <a:ext cx="9783092" cy="237626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7200" lvl="1" indent="0" eaLnBrk="1" hangingPunct="1">
              <a:lnSpc>
                <a:spcPct val="150000"/>
              </a:lnSpc>
              <a:buNone/>
              <a:defRPr/>
            </a:pP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Dalvik</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是</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Google</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公司设计的，用于在</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Android</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平台上运行的虚拟机，其指令集基于寄存器架构，执行其特有的</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dex</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文件来完成对象生命周期管理、堆栈管理、线程管理、安全异常管理、垃圾回收等重要功能。</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每一个</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Android</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应用在底层都会对应一个独立的</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Dalvik</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虚拟机实例，其代码在虚拟机的解释下得以执行，Dalvik虚拟机编译文件的过程如</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下</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图所示。</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3" name="标题 1"/>
          <p:cNvSpPr>
            <a:spLocks noChangeArrowheads="1"/>
          </p:cNvSpPr>
          <p:nvPr/>
        </p:nvSpPr>
        <p:spPr bwMode="auto">
          <a:xfrm>
            <a:off x="982638"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indent="-571500"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1.1.4  </a:t>
            </a:r>
            <a:r>
              <a:rPr lang="en-US" altLang="zh-CN" b="1" dirty="0" err="1">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Dalvik</a:t>
            </a:r>
            <a:r>
              <a:rPr lang="zh-CN" altLang="en-US"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虚拟机</a:t>
            </a:r>
            <a:endParaRPr lang="zh-CN" altLang="en-US"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endParaRPr>
          </a:p>
        </p:txBody>
      </p:sp>
      <p:pic>
        <p:nvPicPr>
          <p:cNvPr id="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26559" y="3481263"/>
            <a:ext cx="6727298" cy="1403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
          <p:cNvSpPr>
            <a:spLocks noChangeArrowheads="1"/>
          </p:cNvSpPr>
          <p:nvPr/>
        </p:nvSpPr>
        <p:spPr bwMode="auto">
          <a:xfrm>
            <a:off x="4431525" y="4941962"/>
            <a:ext cx="33173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Dalvik虚拟机编译文件过程</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982638"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indent="-571500"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1.1.4  </a:t>
            </a:r>
            <a:r>
              <a:rPr b="1">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rPr>
              <a:t>方舟编译器</a:t>
            </a:r>
            <a:endParaRPr b="1">
              <a:solidFill>
                <a:srgbClr val="595959"/>
              </a:solidFill>
              <a:latin typeface="微软雅黑" panose="020B0503020204020204" pitchFamily="34" charset="-122"/>
              <a:ea typeface="微软雅黑" panose="020B0503020204020204" pitchFamily="34" charset="-122"/>
              <a:cs typeface="+mn-ea"/>
              <a:sym typeface="宋体" panose="02010600030101010101" pitchFamily="2" charset="-122"/>
            </a:endParaRPr>
          </a:p>
        </p:txBody>
      </p:sp>
      <p:pic>
        <p:nvPicPr>
          <p:cNvPr id="4" name="图片 3"/>
          <p:cNvPicPr/>
          <p:nvPr/>
        </p:nvPicPr>
        <p:blipFill>
          <a:blip r:embed="rId1"/>
        </p:blipFill>
        <p:spPr>
          <a:xfrm>
            <a:off x="1558290" y="2565400"/>
            <a:ext cx="8538210" cy="3973195"/>
          </a:xfrm>
          <a:prstGeom prst="rect">
            <a:avLst/>
          </a:prstGeom>
        </p:spPr>
      </p:pic>
      <p:sp>
        <p:nvSpPr>
          <p:cNvPr id="5" name="文本框 4"/>
          <p:cNvSpPr txBox="1"/>
          <p:nvPr/>
        </p:nvSpPr>
        <p:spPr>
          <a:xfrm>
            <a:off x="1558290" y="1269365"/>
            <a:ext cx="8279765" cy="829945"/>
          </a:xfrm>
          <a:prstGeom prst="rect">
            <a:avLst/>
          </a:prstGeom>
        </p:spPr>
        <p:txBody>
          <a:bodyPr wrap="square">
            <a:spAutoFit/>
          </a:bodyPr>
          <a:p>
            <a:pPr marL="0" indent="0"/>
            <a:r>
              <a:rPr lang="zh-CN" altLang="en-US" sz="1600" b="0" i="0">
                <a:solidFill>
                  <a:srgbClr val="303030"/>
                </a:solidFill>
                <a:latin typeface="Helvetica Neue"/>
                <a:ea typeface="Helvetica Neue"/>
              </a:rPr>
              <a:t>方舟基础架构与 </a:t>
            </a:r>
            <a:r>
              <a:rPr lang="en-US" altLang="zh-CN" sz="1600" b="0" i="0">
                <a:solidFill>
                  <a:srgbClr val="303030"/>
                </a:solidFill>
                <a:latin typeface="Helvetica Neue"/>
                <a:ea typeface="Helvetica Neue"/>
              </a:rPr>
              <a:t>IR </a:t>
            </a:r>
            <a:r>
              <a:rPr lang="zh-CN" altLang="en-US" sz="1600" b="0" i="0">
                <a:solidFill>
                  <a:srgbClr val="303030"/>
                </a:solidFill>
                <a:latin typeface="Helvetica Neue"/>
                <a:ea typeface="Helvetica Neue"/>
              </a:rPr>
              <a:t>中间表示目前开源的方舟基础架构一部分是关于 </a:t>
            </a:r>
            <a:r>
              <a:rPr lang="en-US" altLang="zh-CN" sz="1600" b="0" i="0">
                <a:solidFill>
                  <a:srgbClr val="303030"/>
                </a:solidFill>
                <a:latin typeface="Helvetica Neue"/>
                <a:ea typeface="Helvetica Neue"/>
              </a:rPr>
              <a:t>Java/Kotlin </a:t>
            </a:r>
            <a:r>
              <a:rPr lang="zh-CN" altLang="en-US" sz="1600" b="0" i="0">
                <a:solidFill>
                  <a:srgbClr val="303030"/>
                </a:solidFill>
                <a:latin typeface="Helvetica Neue"/>
                <a:ea typeface="Helvetica Neue"/>
              </a:rPr>
              <a:t>的编程语言实现，因为这两类语言强依赖虚拟机，方舟编译器去掉了虚拟机之后，补全了一些功能在里面；另一部分是后续优化和分析的基础支持，比如开源了 </a:t>
            </a:r>
            <a:r>
              <a:rPr lang="en-US" altLang="zh-CN" sz="1600" b="0" i="0">
                <a:solidFill>
                  <a:srgbClr val="303030"/>
                </a:solidFill>
                <a:latin typeface="Helvetica Neue"/>
                <a:ea typeface="Helvetica Neue"/>
              </a:rPr>
              <a:t>SSA </a:t>
            </a:r>
            <a:endParaRPr lang="en-US" altLang="zh-CN" sz="1600" b="0" i="0">
              <a:solidFill>
                <a:srgbClr val="303030"/>
              </a:solidFill>
              <a:latin typeface="Helvetica Neue"/>
              <a:ea typeface="Helvetica Neue"/>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222750" y="2709545"/>
            <a:ext cx="5853430" cy="1568450"/>
          </a:xfrm>
          <a:prstGeom prst="rect">
            <a:avLst/>
          </a:prstGeom>
          <a:noFill/>
        </p:spPr>
        <p:txBody>
          <a:bodyPr wrap="square" lIns="91443" tIns="45720" rIns="91443" bIns="45720" rtlCol="0">
            <a:spAutoFit/>
          </a:bodyPr>
          <a:lstStyle/>
          <a:p>
            <a:r>
              <a:rPr lang="en-US" altLang="zh-CN" sz="4800" b="1"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OpenHarmony</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开发</a:t>
            </a:r>
            <a:r>
              <a:rPr lang="zh-CN" altLang="en-US" sz="4800" b="1" dirty="0">
                <a:solidFill>
                  <a:srgbClr val="0075CC"/>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环境搭建</a:t>
            </a:r>
            <a:endParaRPr lang="en-GB" altLang="zh-CN" sz="4800" b="1" dirty="0">
              <a:solidFill>
                <a:srgbClr val="0075CC"/>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6330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ea"/>
              </a:rPr>
              <a:t>OpenHarmony</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开发环境搭建</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
          <a:stretch>
            <a:fillRect/>
          </a:stretch>
        </p:blipFill>
        <p:spPr>
          <a:xfrm>
            <a:off x="944880" y="2014937"/>
            <a:ext cx="2797810" cy="3898265"/>
          </a:xfrm>
          <a:prstGeom prst="rect">
            <a:avLst/>
          </a:prstGeom>
        </p:spPr>
      </p:pic>
      <p:sp>
        <p:nvSpPr>
          <p:cNvPr id="7" name="椭圆形标注 12"/>
          <p:cNvSpPr/>
          <p:nvPr/>
        </p:nvSpPr>
        <p:spPr>
          <a:xfrm>
            <a:off x="2968625" y="1359617"/>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8" name="TextBox 35"/>
          <p:cNvSpPr txBox="1">
            <a:spLocks noChangeArrowheads="1"/>
          </p:cNvSpPr>
          <p:nvPr/>
        </p:nvSpPr>
        <p:spPr bwMode="auto">
          <a:xfrm>
            <a:off x="3247390" y="1437722"/>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62" name="圆角矩形 61"/>
          <p:cNvSpPr/>
          <p:nvPr>
            <p:custDataLst>
              <p:tags r:id="rId2"/>
            </p:custDataLst>
          </p:nvPr>
        </p:nvSpPr>
        <p:spPr>
          <a:xfrm>
            <a:off x="5805805" y="1981200"/>
            <a:ext cx="3822065" cy="575945"/>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4" name="空心弧 63"/>
          <p:cNvSpPr/>
          <p:nvPr>
            <p:custDataLst>
              <p:tags r:id="rId3"/>
            </p:custDataLst>
          </p:nvPr>
        </p:nvSpPr>
        <p:spPr>
          <a:xfrm rot="1740000">
            <a:off x="5416550" y="1787525"/>
            <a:ext cx="1474470" cy="1093470"/>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5" name="Text2"/>
          <p:cNvSpPr txBox="1"/>
          <p:nvPr>
            <p:custDataLst>
              <p:tags r:id="rId4"/>
            </p:custDataLst>
          </p:nvPr>
        </p:nvSpPr>
        <p:spPr>
          <a:xfrm>
            <a:off x="6269990" y="1988185"/>
            <a:ext cx="2891790" cy="575945"/>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技能目标</a:t>
            </a:r>
            <a:r>
              <a:rPr lang="en-US" altLang="zh-CN"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endParaRPr lang="en-US" altLang="zh-CN"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nvGrpSpPr>
          <p:cNvPr id="2" name="组合 1"/>
          <p:cNvGrpSpPr/>
          <p:nvPr/>
        </p:nvGrpSpPr>
        <p:grpSpPr>
          <a:xfrm>
            <a:off x="5555615" y="2839720"/>
            <a:ext cx="6426200" cy="423399"/>
            <a:chOff x="3644" y="2232"/>
            <a:chExt cx="5899" cy="480"/>
          </a:xfrm>
        </p:grpSpPr>
        <p:sp>
          <p:nvSpPr>
            <p:cNvPr id="3" name="文本框 2"/>
            <p:cNvSpPr txBox="1"/>
            <p:nvPr/>
          </p:nvSpPr>
          <p:spPr>
            <a:xfrm>
              <a:off x="4098" y="2232"/>
              <a:ext cx="5445" cy="480"/>
            </a:xfrm>
            <a:prstGeom prst="rect">
              <a:avLst/>
            </a:prstGeom>
            <a:noFill/>
          </p:spPr>
          <p:txBody>
            <a:bodyPr wrap="square" rtlCol="0">
              <a:spAutoFit/>
            </a:bodyPr>
            <a:lstStyle/>
            <a:p>
              <a:pPr>
                <a:lnSpc>
                  <a:spcPct val="120000"/>
                </a:lnSpc>
              </a:pP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能安装与配置</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DecEco Studio 4.0 Release</a:t>
              </a: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开发工具</a:t>
              </a:r>
              <a:endParaRPr lang="zh-CN" altLang="en-US" sz="18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4" name="椭圆 3"/>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endPar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5" name="组合 4"/>
          <p:cNvGrpSpPr/>
          <p:nvPr/>
        </p:nvGrpSpPr>
        <p:grpSpPr>
          <a:xfrm>
            <a:off x="5602605" y="3801745"/>
            <a:ext cx="5949315" cy="462915"/>
            <a:chOff x="3644" y="3229"/>
            <a:chExt cx="5461" cy="525"/>
          </a:xfrm>
        </p:grpSpPr>
        <p:sp>
          <p:nvSpPr>
            <p:cNvPr id="21" name="文本框 20"/>
            <p:cNvSpPr txBox="1"/>
            <p:nvPr/>
          </p:nvSpPr>
          <p:spPr>
            <a:xfrm>
              <a:off x="4075" y="3229"/>
              <a:ext cx="5030" cy="480"/>
            </a:xfrm>
            <a:prstGeom prst="rect">
              <a:avLst/>
            </a:prstGeom>
            <a:noFill/>
          </p:spPr>
          <p:txBody>
            <a:bodyPr wrap="square" rtlCol="0">
              <a:spAutoFit/>
            </a:bodyPr>
            <a:lstStyle/>
            <a:p>
              <a:pPr>
                <a:lnSpc>
                  <a:spcPct val="120000"/>
                </a:lnSpc>
              </a:pP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能安装与配置</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4.0 Release</a:t>
              </a:r>
              <a:endPar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2" name="椭圆 21"/>
            <p:cNvSpPr/>
            <p:nvPr/>
          </p:nvSpPr>
          <p:spPr>
            <a:xfrm>
              <a:off x="3644" y="3332"/>
              <a:ext cx="431" cy="42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endPar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23" name="组合 22"/>
          <p:cNvGrpSpPr/>
          <p:nvPr/>
        </p:nvGrpSpPr>
        <p:grpSpPr>
          <a:xfrm>
            <a:off x="5579110" y="4319905"/>
            <a:ext cx="6168390" cy="423399"/>
            <a:chOff x="3644" y="5256"/>
            <a:chExt cx="5662" cy="480"/>
          </a:xfrm>
        </p:grpSpPr>
        <p:sp>
          <p:nvSpPr>
            <p:cNvPr id="24" name="文本框 23"/>
            <p:cNvSpPr txBox="1"/>
            <p:nvPr/>
          </p:nvSpPr>
          <p:spPr>
            <a:xfrm>
              <a:off x="4098" y="5256"/>
              <a:ext cx="5208" cy="480"/>
            </a:xfrm>
            <a:prstGeom prst="rect">
              <a:avLst/>
            </a:prstGeom>
            <a:noFill/>
          </p:spPr>
          <p:txBody>
            <a:bodyPr wrap="square" rtlCol="0">
              <a:spAutoFit/>
            </a:bodyPr>
            <a:lstStyle/>
            <a:p>
              <a:pPr>
                <a:lnSpc>
                  <a:spcPct val="120000"/>
                </a:lnSpc>
              </a:pP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能修改</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SDK</a:t>
              </a: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的版本为</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OpenHarmony(API 10) 4.0 Release</a:t>
              </a:r>
              <a:endPar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5" name="椭圆 24"/>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4</a:t>
              </a:r>
              <a:endPar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26" name="组合 25"/>
          <p:cNvGrpSpPr/>
          <p:nvPr/>
        </p:nvGrpSpPr>
        <p:grpSpPr>
          <a:xfrm>
            <a:off x="5579110" y="4892675"/>
            <a:ext cx="6168390" cy="423399"/>
            <a:chOff x="3644" y="5256"/>
            <a:chExt cx="5662" cy="480"/>
          </a:xfrm>
        </p:grpSpPr>
        <p:sp>
          <p:nvSpPr>
            <p:cNvPr id="27" name="文本框 26"/>
            <p:cNvSpPr txBox="1"/>
            <p:nvPr/>
          </p:nvSpPr>
          <p:spPr>
            <a:xfrm>
              <a:off x="4098" y="5256"/>
              <a:ext cx="5208" cy="480"/>
            </a:xfrm>
            <a:prstGeom prst="rect">
              <a:avLst/>
            </a:prstGeom>
            <a:noFill/>
          </p:spPr>
          <p:txBody>
            <a:bodyPr wrap="square" rtlCol="0">
              <a:spAutoFit/>
            </a:bodyPr>
            <a:lstStyle/>
            <a:p>
              <a:pPr>
                <a:lnSpc>
                  <a:spcPct val="120000"/>
                </a:lnSpc>
              </a:pP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能修改项目的运行操作系统为</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t>
              </a:r>
              <a:endPar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8" name="椭圆 27"/>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5</a:t>
              </a:r>
              <a:endPar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29" name="组合 28"/>
          <p:cNvGrpSpPr/>
          <p:nvPr/>
        </p:nvGrpSpPr>
        <p:grpSpPr>
          <a:xfrm>
            <a:off x="5555615" y="3307715"/>
            <a:ext cx="6426200" cy="423515"/>
            <a:chOff x="3644" y="2232"/>
            <a:chExt cx="5899" cy="482"/>
          </a:xfrm>
        </p:grpSpPr>
        <p:sp>
          <p:nvSpPr>
            <p:cNvPr id="30" name="文本框 29"/>
            <p:cNvSpPr txBox="1"/>
            <p:nvPr/>
          </p:nvSpPr>
          <p:spPr>
            <a:xfrm>
              <a:off x="4098" y="2232"/>
              <a:ext cx="5445" cy="482"/>
            </a:xfrm>
            <a:prstGeom prst="rect">
              <a:avLst/>
            </a:prstGeom>
            <a:noFill/>
          </p:spPr>
          <p:txBody>
            <a:bodyPr wrap="square" rtlCol="0">
              <a:spAutoFit/>
            </a:bodyPr>
            <a:lstStyle/>
            <a:p>
              <a:pPr>
                <a:lnSpc>
                  <a:spcPct val="120000"/>
                </a:lnSpc>
              </a:pP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能创建</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t>
              </a: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预览并对应用进行签名运行</a:t>
              </a:r>
              <a:endParaRPr lang="zh-CN" altLang="en-US" sz="180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2" name="椭圆 31"/>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endPar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grpSp>
        <p:nvGrpSpPr>
          <p:cNvPr id="33" name="组合 32"/>
          <p:cNvGrpSpPr/>
          <p:nvPr/>
        </p:nvGrpSpPr>
        <p:grpSpPr>
          <a:xfrm>
            <a:off x="5551170" y="5469890"/>
            <a:ext cx="6426200" cy="423399"/>
            <a:chOff x="3644" y="5256"/>
            <a:chExt cx="5899" cy="480"/>
          </a:xfrm>
        </p:grpSpPr>
        <p:sp>
          <p:nvSpPr>
            <p:cNvPr id="34" name="文本框 33"/>
            <p:cNvSpPr txBox="1"/>
            <p:nvPr/>
          </p:nvSpPr>
          <p:spPr>
            <a:xfrm>
              <a:off x="4098" y="5256"/>
              <a:ext cx="5445" cy="480"/>
            </a:xfrm>
            <a:prstGeom prst="rect">
              <a:avLst/>
            </a:prstGeom>
            <a:noFill/>
          </p:spPr>
          <p:txBody>
            <a:bodyPr wrap="square" rtlCol="0">
              <a:spAutoFit/>
            </a:bodyPr>
            <a:lstStyle/>
            <a:p>
              <a:pPr>
                <a:lnSpc>
                  <a:spcPct val="120000"/>
                </a:lnSpc>
              </a:pP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能直接创建</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API 10</a:t>
              </a: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的</a:t>
              </a:r>
              <a:r>
                <a:rPr lang="en-US" altLang="zh-CN"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t>
              </a:r>
              <a:r>
                <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工程</a:t>
              </a:r>
              <a:endParaRPr lang="zh-CN" altLang="en-US" sz="180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5" name="椭圆 34"/>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6</a:t>
              </a:r>
              <a:endParaRPr lang="en-US" altLang="zh-CN" sz="1800">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000" fill="hold">
                                          <p:stCondLst>
                                            <p:cond delay="0"/>
                                          </p:stCondLst>
                                        </p:cTn>
                                        <p:tgtEl>
                                          <p:spTgt spid="64"/>
                                        </p:tgtEl>
                                        <p:attrNameLst>
                                          <p:attrName>style.visibility</p:attrName>
                                        </p:attrNameLst>
                                      </p:cBhvr>
                                      <p:to>
                                        <p:strVal val="visible"/>
                                      </p:to>
                                    </p:set>
                                    <p:animEffect transition="in" filter="wheel(1)">
                                      <p:cBhvr>
                                        <p:cTn id="7" dur="1000"/>
                                        <p:tgtEl>
                                          <p:spTgt spid="64"/>
                                        </p:tgtEl>
                                      </p:cBhvr>
                                    </p:animEffect>
                                  </p:childTnLst>
                                </p:cTn>
                              </p:par>
                              <p:par>
                                <p:cTn id="8" presetID="17" presetClass="entr" presetSubtype="8" fill="hold" grpId="0" nodeType="withEffect">
                                  <p:stCondLst>
                                    <p:cond delay="0"/>
                                  </p:stCondLst>
                                  <p:childTnLst>
                                    <p:set>
                                      <p:cBhvr additive="base">
                                        <p:cTn id="9" dur="500" fill="hold">
                                          <p:stCondLst>
                                            <p:cond delay="0"/>
                                          </p:stCondLst>
                                        </p:cTn>
                                        <p:tgtEl>
                                          <p:spTgt spid="62"/>
                                        </p:tgtEl>
                                        <p:attrNameLst>
                                          <p:attrName>style.visibility</p:attrName>
                                        </p:attrNameLst>
                                      </p:cBhvr>
                                      <p:to>
                                        <p:strVal val="visible"/>
                                      </p:to>
                                    </p:set>
                                    <p:anim calcmode="lin" valueType="num">
                                      <p:cBhvr additive="base">
                                        <p:cTn id="10" dur="500" fill="hold"/>
                                        <p:tgtEl>
                                          <p:spTgt spid="62"/>
                                        </p:tgtEl>
                                        <p:attrNameLst>
                                          <p:attrName>ppt_x</p:attrName>
                                        </p:attrNameLst>
                                      </p:cBhvr>
                                      <p:tavLst>
                                        <p:tav tm="0">
                                          <p:val>
                                            <p:strVal val="#ppt_x-#ppt_w/2"/>
                                          </p:val>
                                        </p:tav>
                                        <p:tav tm="100000">
                                          <p:val>
                                            <p:strVal val="#ppt_x"/>
                                          </p:val>
                                        </p:tav>
                                      </p:tavLst>
                                    </p:anim>
                                    <p:anim calcmode="lin" valueType="num">
                                      <p:cBhvr additive="base">
                                        <p:cTn id="11" dur="500" fill="hold"/>
                                        <p:tgtEl>
                                          <p:spTgt spid="62"/>
                                        </p:tgtEl>
                                        <p:attrNameLst>
                                          <p:attrName>ppt_y</p:attrName>
                                        </p:attrNameLst>
                                      </p:cBhvr>
                                      <p:tavLst>
                                        <p:tav tm="0">
                                          <p:val>
                                            <p:strVal val="#ppt_y"/>
                                          </p:val>
                                        </p:tav>
                                        <p:tav tm="100000">
                                          <p:val>
                                            <p:strVal val="#ppt_y"/>
                                          </p:val>
                                        </p:tav>
                                      </p:tavLst>
                                    </p:anim>
                                    <p:anim calcmode="lin" valueType="num">
                                      <p:cBhvr additive="base">
                                        <p:cTn id="12" dur="500" fill="hold"/>
                                        <p:tgtEl>
                                          <p:spTgt spid="62"/>
                                        </p:tgtEl>
                                        <p:attrNameLst>
                                          <p:attrName>ppt_w</p:attrName>
                                        </p:attrNameLst>
                                      </p:cBhvr>
                                      <p:tavLst>
                                        <p:tav tm="0">
                                          <p:val>
                                            <p:fltVal val="0"/>
                                          </p:val>
                                        </p:tav>
                                        <p:tav tm="100000">
                                          <p:val>
                                            <p:strVal val="#ppt_w"/>
                                          </p:val>
                                        </p:tav>
                                      </p:tavLst>
                                    </p:anim>
                                    <p:anim calcmode="lin" valueType="num">
                                      <p:cBhvr additive="base">
                                        <p:cTn id="13" dur="500" fill="hold"/>
                                        <p:tgtEl>
                                          <p:spTgt spid="62"/>
                                        </p:tgtEl>
                                        <p:attrNameLst>
                                          <p:attrName>ppt_h</p:attrName>
                                        </p:attrNameLst>
                                      </p:cBhvr>
                                      <p:tavLst>
                                        <p:tav tm="0">
                                          <p:val>
                                            <p:strVal val="#ppt_h"/>
                                          </p:val>
                                        </p:tav>
                                        <p:tav tm="100000">
                                          <p:val>
                                            <p:strVal val="#ppt_h"/>
                                          </p:val>
                                        </p:tav>
                                      </p:tavLst>
                                    </p:anim>
                                  </p:childTnLst>
                                </p:cTn>
                              </p:par>
                              <p:par>
                                <p:cTn id="14" presetID="17" presetClass="entr" presetSubtype="10" fill="hold" nodeType="withEffect">
                                  <p:stCondLst>
                                    <p:cond delay="0"/>
                                  </p:stCondLst>
                                  <p:iterate type="lt">
                                    <p:tmPct val="20000"/>
                                  </p:iterate>
                                  <p:childTnLst>
                                    <p:set>
                                      <p:cBhvr>
                                        <p:cTn id="15" dur="1" fill="hold">
                                          <p:stCondLst>
                                            <p:cond delay="0"/>
                                          </p:stCondLst>
                                        </p:cTn>
                                        <p:tgtEl>
                                          <p:spTgt spid="65">
                                            <p:txEl>
                                              <p:pRg st="0" end="0"/>
                                            </p:txEl>
                                          </p:spTgt>
                                        </p:tgtEl>
                                        <p:attrNameLst>
                                          <p:attrName>style.visibility</p:attrName>
                                        </p:attrNameLst>
                                      </p:cBhvr>
                                      <p:to>
                                        <p:strVal val="visible"/>
                                      </p:to>
                                    </p:set>
                                    <p:anim calcmode="lin" valueType="num">
                                      <p:cBhvr>
                                        <p:cTn id="16" dur="500" fill="hold"/>
                                        <p:tgtEl>
                                          <p:spTgt spid="65">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6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decel="10000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decel="100000"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additive="base">
                                        <p:cTn id="28" dur="500" fill="hold"/>
                                        <p:tgtEl>
                                          <p:spTgt spid="29"/>
                                        </p:tgtEl>
                                        <p:attrNameLst>
                                          <p:attrName>ppt_x</p:attrName>
                                        </p:attrNameLst>
                                      </p:cBhvr>
                                      <p:tavLst>
                                        <p:tav tm="0">
                                          <p:val>
                                            <p:strVal val="1+#ppt_w/2"/>
                                          </p:val>
                                        </p:tav>
                                        <p:tav tm="100000">
                                          <p:val>
                                            <p:strVal val="#ppt_x"/>
                                          </p:val>
                                        </p:tav>
                                      </p:tavLst>
                                    </p:anim>
                                    <p:anim calcmode="lin" valueType="num">
                                      <p:cBhvr additive="base">
                                        <p:cTn id="29"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decel="10000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1+#ppt_w/2"/>
                                          </p:val>
                                        </p:tav>
                                        <p:tav tm="100000">
                                          <p:val>
                                            <p:strVal val="#ppt_x"/>
                                          </p:val>
                                        </p:tav>
                                      </p:tavLst>
                                    </p:anim>
                                    <p:anim calcmode="lin" valueType="num">
                                      <p:cBhvr additive="base">
                                        <p:cTn id="3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100000"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500" fill="hold"/>
                                        <p:tgtEl>
                                          <p:spTgt spid="23"/>
                                        </p:tgtEl>
                                        <p:attrNameLst>
                                          <p:attrName>ppt_x</p:attrName>
                                        </p:attrNameLst>
                                      </p:cBhvr>
                                      <p:tavLst>
                                        <p:tav tm="0">
                                          <p:val>
                                            <p:strVal val="1+#ppt_w/2"/>
                                          </p:val>
                                        </p:tav>
                                        <p:tav tm="100000">
                                          <p:val>
                                            <p:strVal val="#ppt_x"/>
                                          </p:val>
                                        </p:tav>
                                      </p:tavLst>
                                    </p:anim>
                                    <p:anim calcmode="lin" valueType="num">
                                      <p:cBhvr additive="base">
                                        <p:cTn id="4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decel="100000"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additive="base">
                                        <p:cTn id="46" dur="500" fill="hold"/>
                                        <p:tgtEl>
                                          <p:spTgt spid="26"/>
                                        </p:tgtEl>
                                        <p:attrNameLst>
                                          <p:attrName>ppt_x</p:attrName>
                                        </p:attrNameLst>
                                      </p:cBhvr>
                                      <p:tavLst>
                                        <p:tav tm="0">
                                          <p:val>
                                            <p:strVal val="1+#ppt_w/2"/>
                                          </p:val>
                                        </p:tav>
                                        <p:tav tm="100000">
                                          <p:val>
                                            <p:strVal val="#ppt_x"/>
                                          </p:val>
                                        </p:tav>
                                      </p:tavLst>
                                    </p:anim>
                                    <p:anim calcmode="lin" valueType="num">
                                      <p:cBhvr additive="base">
                                        <p:cTn id="47"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decel="100000"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500" fill="hold"/>
                                        <p:tgtEl>
                                          <p:spTgt spid="33"/>
                                        </p:tgtEl>
                                        <p:attrNameLst>
                                          <p:attrName>ppt_x</p:attrName>
                                        </p:attrNameLst>
                                      </p:cBhvr>
                                      <p:tavLst>
                                        <p:tav tm="0">
                                          <p:val>
                                            <p:strVal val="1+#ppt_w/2"/>
                                          </p:val>
                                        </p:tav>
                                        <p:tav tm="100000">
                                          <p:val>
                                            <p:strVal val="#ppt_x"/>
                                          </p:val>
                                        </p:tav>
                                      </p:tavLst>
                                    </p:anim>
                                    <p:anim calcmode="lin" valueType="num">
                                      <p:cBhvr additive="base">
                                        <p:cTn id="53"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64"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59147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OpenHarmony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5" name="内容占位符 2"/>
          <p:cNvSpPr txBox="1"/>
          <p:nvPr/>
        </p:nvSpPr>
        <p:spPr bwMode="auto">
          <a:xfrm>
            <a:off x="838622" y="1197546"/>
            <a:ext cx="10297144"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lvl="1" indent="0" fontAlgn="auto">
              <a:lnSpc>
                <a:spcPct val="150000"/>
              </a:lnSpc>
              <a:spcBef>
                <a:spcPct val="20000"/>
              </a:spcBef>
              <a:spcAft>
                <a:spcPts val="0"/>
              </a:spcAft>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俗话说，“工欲善其事，必先利其器”。在开发</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Harmony与Android</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程序之前，先要搭建开发环境。OpenHarmony使用</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panose="020B0400000000000000" pitchFamily="34" charset="-122"/>
              </a:rPr>
              <a:t>HUAWEI DevEco Studio（简称DevEco Studio），它是面向华为终端全场景多设备的一站式集成开发环境（IDE）</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思源黑体" panose="020B0400000000000000" pitchFamily="34" charset="-122"/>
              </a:rPr>
              <a:t>了创建工程、开发、编译、调试、发布等功能外，DevEco Studio还可以支持多设备开发，实时预览器/模拟器等。</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接下来，本节将针对</a:t>
            </a:r>
            <a:r>
              <a:rPr lang="zh-CN" altLang="en-US" sz="2000" dirty="0">
                <a:solidFill>
                  <a:srgbClr val="008DF6"/>
                </a:solidFill>
                <a:latin typeface="微软雅黑" panose="020B0503020204020204" pitchFamily="34" charset="-122"/>
                <a:ea typeface="微软雅黑" panose="020B0503020204020204" pitchFamily="34" charset="-122"/>
                <a:cs typeface="+mn-ea"/>
              </a:rPr>
              <a:t>OpenHarmony</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开发工具的环境搭建进行讲解。</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pic>
        <p:nvPicPr>
          <p:cNvPr id="5" name="Picture 2" descr="C:\Users\Administrator\Desktop\ppt展示模板-8.png"/>
          <p:cNvPicPr>
            <a:picLocks noChangeAspect="1" noChangeArrowheads="1"/>
          </p:cNvPicPr>
          <p:nvPr/>
        </p:nvPicPr>
        <p:blipFill>
          <a:blip r:embed="rId1"/>
          <a:srcRect/>
          <a:stretch>
            <a:fillRect/>
          </a:stretch>
        </p:blipFill>
        <p:spPr bwMode="auto">
          <a:xfrm>
            <a:off x="3919952" y="3860071"/>
            <a:ext cx="4551518" cy="2738439"/>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612946" y="4236212"/>
            <a:ext cx="3210452" cy="1800200"/>
          </a:xfrm>
          <a:prstGeom prst="rect">
            <a:avLst/>
          </a:prstGeom>
          <a:blipFill>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702435" y="1341755"/>
            <a:ext cx="7955280" cy="1861185"/>
          </a:xfrm>
          <a:prstGeom prst="rect">
            <a:avLst/>
          </a:prstGeom>
        </p:spPr>
        <p:txBody>
          <a:bodyPr wrap="square">
            <a:spAutoFit/>
          </a:bodyPr>
          <a:p>
            <a:pPr indent="0">
              <a:lnSpc>
                <a:spcPct val="120000"/>
              </a:lnSpc>
              <a:buFont typeface="Wingdings" panose="05000000000000000000" pitchFamily="2" charset="2"/>
              <a:buNone/>
            </a:pP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HUAWEI </a:t>
            </a:r>
            <a:r>
              <a:rPr lang="en-US" altLang="zh-CN" sz="1600" dirty="0" err="1">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DevEco</a:t>
            </a: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Studio</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（简称</a:t>
            </a:r>
            <a:r>
              <a:rPr lang="en-US" altLang="zh-CN" sz="1600" dirty="0" err="1">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DevEco</a:t>
            </a: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Studio</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）是面向华为终端全场景多设备的一站式集成开发环境（</a:t>
            </a: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IDE</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），除了创建工程、开发、编译、调试、发布等功能外，</a:t>
            </a:r>
            <a:r>
              <a:rPr lang="en-US" altLang="zh-CN" sz="1600" dirty="0" err="1">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DevEco</a:t>
            </a: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Studio</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还可以支持多设备开发，实时预览器</a:t>
            </a: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模拟器等。</a:t>
            </a:r>
            <a:endPar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0">
              <a:lnSpc>
                <a:spcPct val="120000"/>
              </a:lnSpc>
              <a:buFont typeface="Wingdings" panose="05000000000000000000" pitchFamily="2" charset="2"/>
              <a:buNone/>
            </a:pP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基于IntelliJ IDEA Community开源版本打造，为运行在HarmonyOS系统上的应用和元服务（以下简称应用/元服务）提供一站式的开发平台。</a:t>
            </a:r>
            <a:endPar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0">
              <a:lnSpc>
                <a:spcPct val="120000"/>
              </a:lnSpc>
              <a:buFont typeface="Wingdings" panose="05000000000000000000" pitchFamily="2" charset="2"/>
              <a:buNone/>
            </a:pPr>
            <a:r>
              <a:rPr lang="en-US" altLang="zh-CN" sz="1600" dirty="0" err="1">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DevEco</a:t>
            </a:r>
            <a:r>
              <a:rPr lang="en-US"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Studio</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支持</a:t>
            </a:r>
            <a:r>
              <a:rPr lang="zh-CN" altLang="zh-CN" sz="1600" dirty="0">
                <a:solidFill>
                  <a:srgbClr val="FF0000"/>
                </a:solidFill>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多设备预览、模拟器运行、真机运行</a:t>
            </a:r>
            <a:r>
              <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三种</a:t>
            </a:r>
            <a:r>
              <a:rPr lang="zh-CN" altLang="zh-CN" sz="160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方式。</a:t>
            </a:r>
            <a:endParaRPr lang="zh-CN" altLang="zh-CN" sz="1600" dirty="0">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79010" y="3513455"/>
            <a:ext cx="5681345" cy="2441575"/>
          </a:xfrm>
          <a:prstGeom prst="rect">
            <a:avLst/>
          </a:prstGeom>
        </p:spPr>
      </p:pic>
      <p:pic>
        <p:nvPicPr>
          <p:cNvPr id="6" name="图片 5"/>
          <p:cNvPicPr>
            <a:picLocks noChangeAspect="1"/>
          </p:cNvPicPr>
          <p:nvPr/>
        </p:nvPicPr>
        <p:blipFill>
          <a:blip r:embed="rId2"/>
          <a:stretch>
            <a:fillRect/>
          </a:stretch>
        </p:blipFill>
        <p:spPr>
          <a:xfrm>
            <a:off x="2350135" y="3645535"/>
            <a:ext cx="2713355" cy="2207895"/>
          </a:xfrm>
          <a:prstGeom prst="rect">
            <a:avLst/>
          </a:prstGeom>
        </p:spPr>
      </p:pic>
      <p:sp>
        <p:nvSpPr>
          <p:cNvPr id="2" name="文本框 1"/>
          <p:cNvSpPr txBox="1"/>
          <p:nvPr/>
        </p:nvSpPr>
        <p:spPr>
          <a:xfrm>
            <a:off x="1054735" y="261620"/>
            <a:ext cx="6096000" cy="460375"/>
          </a:xfrm>
          <a:prstGeom prst="rect">
            <a:avLst/>
          </a:prstGeom>
          <a:noFill/>
        </p:spPr>
        <p:txBody>
          <a:bodyPr wrap="square" rtlCol="0" anchor="t">
            <a:spAutoFit/>
          </a:bodyPr>
          <a:p>
            <a:pPr algn="l"/>
            <a:r>
              <a:rPr lang="en-US" altLang="zh-CN" b="1" dirty="0">
                <a:solidFill>
                  <a:srgbClr val="595959"/>
                </a:solidFill>
                <a:latin typeface="微软雅黑" panose="020B0503020204020204" pitchFamily="34" charset="-122"/>
                <a:ea typeface="微软雅黑" panose="020B0503020204020204" pitchFamily="34" charset="-122"/>
                <a:cs typeface="+mn-ea"/>
                <a:sym typeface="+mn-lt"/>
              </a:rPr>
              <a:t>1.2.1  OpenHarmony </a:t>
            </a:r>
            <a:r>
              <a:rPr lang="zh-CN" altLang="en-US" b="1" dirty="0">
                <a:solidFill>
                  <a:srgbClr val="595959"/>
                </a:solidFill>
                <a:latin typeface="微软雅黑" panose="020B0503020204020204" pitchFamily="34" charset="-122"/>
                <a:ea typeface="微软雅黑" panose="020B0503020204020204" pitchFamily="34" charset="-122"/>
                <a:cs typeface="+mn-ea"/>
                <a:sym typeface="+mn-lt"/>
              </a:rPr>
              <a:t>安装</a:t>
            </a:r>
            <a:endParaRPr lang="zh-CN" altLang="en-US" sz="12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OpenHarmony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22" name="组合 21"/>
          <p:cNvGrpSpPr/>
          <p:nvPr/>
        </p:nvGrpSpPr>
        <p:grpSpPr>
          <a:xfrm>
            <a:off x="976466" y="1930784"/>
            <a:ext cx="1697534" cy="515997"/>
            <a:chOff x="-2086" y="2141478"/>
            <a:chExt cx="1697534" cy="515997"/>
          </a:xfrm>
        </p:grpSpPr>
        <p:sp>
          <p:nvSpPr>
            <p:cNvPr id="23"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4" name="文本框 30"/>
            <p:cNvSpPr txBox="1"/>
            <p:nvPr/>
          </p:nvSpPr>
          <p:spPr>
            <a:xfrm>
              <a:off x="-2086" y="2168643"/>
              <a:ext cx="1490650" cy="461665"/>
            </a:xfrm>
            <a:prstGeom prst="rect">
              <a:avLst/>
            </a:prstGeom>
            <a:noFill/>
          </p:spPr>
          <p:txBody>
            <a:bodyPr wrap="square" rtlCol="0">
              <a:spAutoFit/>
            </a:bodyPr>
            <a:lstStyle/>
            <a:p>
              <a:pPr algn="ctr"/>
              <a:r>
                <a:rPr lang="zh-CN" altLang="en-US" sz="2400" dirty="0">
                  <a:solidFill>
                    <a:schemeClr val="bg1"/>
                  </a:solidFill>
                  <a:latin typeface="+mn-ea"/>
                </a:rPr>
                <a:t>步骤</a:t>
              </a:r>
              <a:r>
                <a:rPr lang="en-US" altLang="zh-CN" sz="2400" dirty="0">
                  <a:solidFill>
                    <a:schemeClr val="bg1"/>
                  </a:solidFill>
                  <a:latin typeface="+mn-ea"/>
                </a:rPr>
                <a:t>1</a:t>
              </a:r>
              <a:endParaRPr lang="zh-CN" altLang="en-US" sz="2400" dirty="0">
                <a:solidFill>
                  <a:schemeClr val="bg1"/>
                </a:solidFill>
                <a:latin typeface="+mn-ea"/>
              </a:endParaRPr>
            </a:p>
          </p:txBody>
        </p:sp>
      </p:grpSp>
      <p:sp>
        <p:nvSpPr>
          <p:cNvPr id="25" name="文本框 32"/>
          <p:cNvSpPr txBox="1"/>
          <p:nvPr/>
        </p:nvSpPr>
        <p:spPr>
          <a:xfrm>
            <a:off x="978552" y="3287492"/>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6" name="文本框 34"/>
          <p:cNvSpPr txBox="1"/>
          <p:nvPr/>
        </p:nvSpPr>
        <p:spPr>
          <a:xfrm>
            <a:off x="976466" y="4581922"/>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OpenHarmony</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0" y="1477924"/>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65387" y="1632219"/>
            <a:ext cx="7439694" cy="829945"/>
          </a:xfrm>
          <a:prstGeom prst="rect">
            <a:avLst/>
          </a:prstGeom>
        </p:spPr>
        <p:txBody>
          <a:bodyPr wrap="square">
            <a:spAutoFit/>
          </a:bodyPr>
          <a:lstStyle/>
          <a:p>
            <a:pPr>
              <a:lnSpc>
                <a:spcPct val="150000"/>
              </a:lnSpc>
            </a:pPr>
            <a:r>
              <a:rPr lang="zh-CN" altLang="zh-CN" sz="1600" dirty="0">
                <a:latin typeface="Times New Roman" panose="02020603050405020304" charset="0"/>
                <a:ea typeface="微软雅黑" panose="020B0503020204020204" pitchFamily="34" charset="-122"/>
                <a:cs typeface="Times New Roman" panose="02020603050405020304" charset="0"/>
              </a:rPr>
              <a:t>OpenHarmony安装包可以</a:t>
            </a:r>
            <a:r>
              <a:rPr lang="zh-CN"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从中文社区进行下载</a:t>
            </a:r>
            <a:r>
              <a:rPr lang="zh-CN" altLang="zh-CN" sz="1600" dirty="0">
                <a:latin typeface="Times New Roman" panose="02020603050405020304" charset="0"/>
                <a:ea typeface="微软雅黑" panose="020B0503020204020204" pitchFamily="34" charset="-122"/>
                <a:cs typeface="Times New Roman" panose="02020603050405020304" charset="0"/>
              </a:rPr>
              <a:t>。这里我们以</a:t>
            </a:r>
            <a:r>
              <a:rPr lang="zh-CN"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Windows 64系统</a:t>
            </a:r>
            <a:r>
              <a:rPr lang="zh-CN" altLang="zh-CN" sz="1600" dirty="0">
                <a:latin typeface="Times New Roman" panose="02020603050405020304" charset="0"/>
                <a:ea typeface="微软雅黑" panose="020B0503020204020204" pitchFamily="34" charset="-122"/>
                <a:cs typeface="Times New Roman" panose="02020603050405020304" charset="0"/>
              </a:rPr>
              <a:t>为例，</a:t>
            </a:r>
            <a:r>
              <a:rPr lang="zh-CN"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下载DevEco Studio </a:t>
            </a:r>
            <a:r>
              <a:rPr lang="en-US"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5</a:t>
            </a:r>
            <a:r>
              <a:rPr lang="zh-CN"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.0</a:t>
            </a:r>
            <a:r>
              <a:rPr lang="en-US"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.2</a:t>
            </a:r>
            <a:r>
              <a:rPr lang="zh-CN"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版本</a:t>
            </a:r>
            <a:r>
              <a:rPr lang="zh-CN" altLang="zh-CN" sz="1600" dirty="0">
                <a:latin typeface="Times New Roman" panose="02020603050405020304" charset="0"/>
                <a:ea typeface="微软雅黑" panose="020B0503020204020204" pitchFamily="34" charset="-122"/>
                <a:cs typeface="Times New Roman" panose="02020603050405020304" charset="0"/>
              </a:rPr>
              <a:t>。OpenHarmony下载页面如</a:t>
            </a:r>
            <a:r>
              <a:rPr lang="zh-CN" altLang="en-US" sz="1600" dirty="0">
                <a:latin typeface="Times New Roman" panose="02020603050405020304" charset="0"/>
                <a:ea typeface="微软雅黑" panose="020B0503020204020204" pitchFamily="34" charset="-122"/>
                <a:cs typeface="Times New Roman" panose="02020603050405020304" charset="0"/>
              </a:rPr>
              <a:t>下</a:t>
            </a:r>
            <a:r>
              <a:rPr lang="zh-CN" altLang="zh-CN" sz="1600" dirty="0">
                <a:latin typeface="Times New Roman" panose="02020603050405020304" charset="0"/>
                <a:ea typeface="微软雅黑" panose="020B0503020204020204" pitchFamily="34" charset="-122"/>
                <a:cs typeface="Times New Roman" panose="02020603050405020304" charset="0"/>
              </a:rPr>
              <a:t>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pic>
        <p:nvPicPr>
          <p:cNvPr id="3" name="图片 2"/>
          <p:cNvPicPr>
            <a:picLocks noChangeAspect="1"/>
          </p:cNvPicPr>
          <p:nvPr/>
        </p:nvPicPr>
        <p:blipFill>
          <a:blip r:embed="rId2"/>
          <a:stretch>
            <a:fillRect/>
          </a:stretch>
        </p:blipFill>
        <p:spPr>
          <a:xfrm>
            <a:off x="3804920" y="2637790"/>
            <a:ext cx="5960745" cy="38315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OpenHarmony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976466" y="4581922"/>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安装</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65387" y="1632219"/>
            <a:ext cx="7439694" cy="82994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成功下载</a:t>
            </a:r>
            <a:r>
              <a:rPr lang="en-US" altLang="zh-CN" sz="1600" dirty="0">
                <a:latin typeface="Times New Roman" panose="02020603050405020304" charset="0"/>
                <a:ea typeface="微软雅黑" panose="020B0503020204020204" pitchFamily="34" charset="-122"/>
                <a:cs typeface="Times New Roman" panose="02020603050405020304" charset="0"/>
              </a:rPr>
              <a:t>DevEco Studio</a:t>
            </a:r>
            <a:r>
              <a:rPr lang="zh-CN" altLang="en-US" sz="1600" dirty="0">
                <a:latin typeface="Times New Roman" panose="02020603050405020304" charset="0"/>
                <a:ea typeface="微软雅黑" panose="020B0503020204020204" pitchFamily="34" charset="-122"/>
                <a:cs typeface="Times New Roman" panose="02020603050405020304" charset="0"/>
              </a:rPr>
              <a:t>安装包后，双击后缀名为</a:t>
            </a:r>
            <a:r>
              <a:rPr lang="en-US" altLang="zh-CN" sz="1600" dirty="0">
                <a:latin typeface="Times New Roman" panose="02020603050405020304" charset="0"/>
                <a:ea typeface="微软雅黑" panose="020B0503020204020204" pitchFamily="34" charset="-122"/>
                <a:cs typeface="Times New Roman" panose="02020603050405020304" charset="0"/>
              </a:rPr>
              <a:t>.exe</a:t>
            </a:r>
            <a:r>
              <a:rPr lang="zh-CN" altLang="en-US" sz="1600" dirty="0">
                <a:latin typeface="Times New Roman" panose="02020603050405020304" charset="0"/>
                <a:ea typeface="微软雅黑" panose="020B0503020204020204" pitchFamily="34" charset="-122"/>
                <a:cs typeface="Times New Roman" panose="02020603050405020304" charset="0"/>
              </a:rPr>
              <a:t>的文件，</a:t>
            </a:r>
            <a:r>
              <a:rPr lang="zh-CN" altLang="en-US" sz="1600" dirty="0">
                <a:solidFill>
                  <a:srgbClr val="0075CC"/>
                </a:solidFill>
                <a:latin typeface="Times New Roman" panose="02020603050405020304" charset="0"/>
                <a:ea typeface="微软雅黑" panose="020B0503020204020204" pitchFamily="34" charset="-122"/>
                <a:cs typeface="Times New Roman" panose="02020603050405020304" charset="0"/>
              </a:rPr>
              <a:t>进入</a:t>
            </a:r>
            <a:r>
              <a:rPr lang="en-US" altLang="zh-CN" sz="1600" dirty="0">
                <a:solidFill>
                  <a:srgbClr val="0075CC"/>
                </a:solidFill>
                <a:latin typeface="Times New Roman" panose="02020603050405020304" charset="0"/>
                <a:ea typeface="微软雅黑" panose="020B0503020204020204" pitchFamily="34" charset="-122"/>
                <a:cs typeface="Times New Roman" panose="02020603050405020304" charset="0"/>
              </a:rPr>
              <a:t>Welcome to DevEco Studio Setup</a:t>
            </a:r>
            <a:r>
              <a:rPr lang="zh-CN" altLang="en-US" sz="1600" dirty="0">
                <a:solidFill>
                  <a:srgbClr val="0075CC"/>
                </a:solidFill>
                <a:latin typeface="Times New Roman" panose="02020603050405020304" charset="0"/>
                <a:ea typeface="微软雅黑" panose="020B0503020204020204" pitchFamily="34" charset="-122"/>
                <a:cs typeface="Times New Roman" panose="02020603050405020304" charset="0"/>
              </a:rPr>
              <a:t>页面</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r>
              <a:rPr lang="zh-CN" altLang="zh-CN" sz="1600" dirty="0">
                <a:latin typeface="Times New Roman" panose="02020603050405020304" charset="0"/>
                <a:ea typeface="微软雅黑" panose="020B0503020204020204" pitchFamily="34" charset="-122"/>
                <a:cs typeface="Times New Roman" panose="02020603050405020304" charset="0"/>
              </a:rPr>
              <a:t>。</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809717" y="3285778"/>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222750" y="2666365"/>
            <a:ext cx="4791075" cy="34480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976466" y="4581922"/>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安装</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65387" y="1632219"/>
            <a:ext cx="7439694" cy="46166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单击上一页图中的“</a:t>
            </a:r>
            <a:r>
              <a:rPr lang="en-US" altLang="zh-CN" sz="1600" dirty="0">
                <a:latin typeface="Times New Roman" panose="02020603050405020304" charset="0"/>
                <a:ea typeface="微软雅黑" panose="020B0503020204020204" pitchFamily="34" charset="-122"/>
                <a:cs typeface="Times New Roman" panose="02020603050405020304" charset="0"/>
              </a:rPr>
              <a:t>Next</a:t>
            </a:r>
            <a:r>
              <a:rPr lang="zh-CN" altLang="en-US" sz="1600" dirty="0">
                <a:latin typeface="Times New Roman" panose="02020603050405020304" charset="0"/>
                <a:ea typeface="微软雅黑" panose="020B0503020204020204" pitchFamily="34" charset="-122"/>
                <a:cs typeface="Times New Roman" panose="02020603050405020304" charset="0"/>
              </a:rPr>
              <a:t>”</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zh-CN" altLang="en-US" sz="1600" dirty="0">
                <a:latin typeface="Times New Roman" panose="02020603050405020304" charset="0"/>
                <a:ea typeface="微软雅黑" panose="020B0503020204020204" pitchFamily="34" charset="-122"/>
                <a:cs typeface="Times New Roman" panose="02020603050405020304" charset="0"/>
              </a:rPr>
              <a:t>按钮，进入</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Choose Components</a:t>
            </a:r>
            <a:r>
              <a:rPr lang="zh-CN" altLang="en-US" sz="1600" dirty="0">
                <a:solidFill>
                  <a:srgbClr val="1369B2"/>
                </a:solidFill>
                <a:latin typeface="Times New Roman" panose="02020603050405020304" charset="0"/>
                <a:ea typeface="微软雅黑" panose="020B0503020204020204" pitchFamily="34" charset="-122"/>
                <a:cs typeface="Times New Roman" panose="02020603050405020304" charset="0"/>
              </a:rPr>
              <a:t>页面</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r>
              <a:rPr lang="zh-CN" altLang="zh-CN" sz="1600" dirty="0">
                <a:latin typeface="Times New Roman" panose="02020603050405020304" charset="0"/>
                <a:ea typeface="微软雅黑" panose="020B0503020204020204" pitchFamily="34" charset="-122"/>
                <a:cs typeface="Times New Roman" panose="02020603050405020304" charset="0"/>
              </a:rPr>
              <a:t>。</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809717" y="3285778"/>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294505" y="2637790"/>
            <a:ext cx="4743450" cy="34575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976466" y="4581922"/>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安装</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65387" y="1632219"/>
            <a:ext cx="7439694" cy="46166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单击上一页图中的“</a:t>
            </a:r>
            <a:r>
              <a:rPr lang="en-US" altLang="zh-CN" sz="1600" dirty="0">
                <a:latin typeface="Times New Roman" panose="02020603050405020304" charset="0"/>
                <a:ea typeface="微软雅黑" panose="020B0503020204020204" pitchFamily="34" charset="-122"/>
                <a:cs typeface="Times New Roman" panose="02020603050405020304" charset="0"/>
              </a:rPr>
              <a:t>Next</a:t>
            </a:r>
            <a:r>
              <a:rPr lang="zh-CN" altLang="en-US" sz="1600" dirty="0">
                <a:latin typeface="Times New Roman" panose="02020603050405020304" charset="0"/>
                <a:ea typeface="微软雅黑" panose="020B0503020204020204" pitchFamily="34" charset="-122"/>
                <a:cs typeface="Times New Roman" panose="02020603050405020304" charset="0"/>
              </a:rPr>
              <a:t>”</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zh-CN" altLang="en-US" sz="1600" dirty="0">
                <a:latin typeface="Times New Roman" panose="02020603050405020304" charset="0"/>
                <a:ea typeface="微软雅黑" panose="020B0503020204020204" pitchFamily="34" charset="-122"/>
                <a:cs typeface="Times New Roman" panose="02020603050405020304" charset="0"/>
              </a:rPr>
              <a:t>按钮，进入</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Choose Components</a:t>
            </a:r>
            <a:r>
              <a:rPr lang="zh-CN" altLang="en-US" sz="1600" dirty="0">
                <a:solidFill>
                  <a:srgbClr val="1369B2"/>
                </a:solidFill>
                <a:latin typeface="Times New Roman" panose="02020603050405020304" charset="0"/>
                <a:ea typeface="微软雅黑" panose="020B0503020204020204" pitchFamily="34" charset="-122"/>
                <a:cs typeface="Times New Roman" panose="02020603050405020304" charset="0"/>
              </a:rPr>
              <a:t>页面</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r>
              <a:rPr lang="zh-CN" altLang="zh-CN" sz="1600" dirty="0">
                <a:latin typeface="Times New Roman" panose="02020603050405020304" charset="0"/>
                <a:ea typeface="微软雅黑" panose="020B0503020204020204" pitchFamily="34" charset="-122"/>
                <a:cs typeface="Times New Roman" panose="02020603050405020304" charset="0"/>
              </a:rPr>
              <a:t>。</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809717" y="3285778"/>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3946525" y="2355850"/>
            <a:ext cx="4791075" cy="34480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976466" y="4581922"/>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安装</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632218"/>
            <a:ext cx="7439694" cy="82994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安装完成后，单击上一页图中的“</a:t>
            </a:r>
            <a:r>
              <a:rPr lang="en-US" altLang="zh-CN" sz="1600" dirty="0">
                <a:latin typeface="Times New Roman" panose="02020603050405020304" charset="0"/>
                <a:ea typeface="微软雅黑" panose="020B0503020204020204" pitchFamily="34" charset="-122"/>
                <a:cs typeface="Times New Roman" panose="02020603050405020304" charset="0"/>
              </a:rPr>
              <a:t>Next</a:t>
            </a:r>
            <a:r>
              <a:rPr lang="zh-CN" altLang="en-US" sz="1600" dirty="0">
                <a:latin typeface="Times New Roman" panose="02020603050405020304" charset="0"/>
                <a:ea typeface="微软雅黑" panose="020B0503020204020204" pitchFamily="34" charset="-122"/>
                <a:cs typeface="Times New Roman" panose="02020603050405020304" charset="0"/>
              </a:rPr>
              <a:t>”按钮进入</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Completing DevEco Studio Setup</a:t>
            </a:r>
            <a:r>
              <a:rPr lang="zh-CN" altLang="en-US" sz="1600" dirty="0">
                <a:solidFill>
                  <a:srgbClr val="1369B2"/>
                </a:solidFill>
                <a:latin typeface="Times New Roman" panose="02020603050405020304" charset="0"/>
                <a:ea typeface="微软雅黑" panose="020B0503020204020204" pitchFamily="34" charset="-122"/>
                <a:cs typeface="Times New Roman" panose="02020603050405020304" charset="0"/>
              </a:rPr>
              <a:t>页面</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809717" y="3285778"/>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sp>
        <p:nvSpPr>
          <p:cNvPr id="2" name="矩形 1"/>
          <p:cNvSpPr/>
          <p:nvPr/>
        </p:nvSpPr>
        <p:spPr>
          <a:xfrm>
            <a:off x="3358902" y="5590034"/>
            <a:ext cx="6092825" cy="460375"/>
          </a:xfrm>
          <a:prstGeom prst="rect">
            <a:avLst/>
          </a:prstGeom>
        </p:spPr>
        <p:txBody>
          <a:bodyPr>
            <a:spAutoFit/>
          </a:bodyPr>
          <a:lstStyle/>
          <a:p>
            <a:pPr>
              <a:lnSpc>
                <a:spcPct val="150000"/>
              </a:lnSpc>
            </a:pPr>
            <a:r>
              <a:rPr lang="zh-CN" altLang="zh-CN" sz="1600" dirty="0">
                <a:latin typeface="Times New Roman" panose="02020603050405020304" charset="0"/>
                <a:ea typeface="微软雅黑" panose="020B0503020204020204" pitchFamily="34" charset="-122"/>
                <a:cs typeface="Times New Roman" panose="02020603050405020304" charset="0"/>
              </a:rPr>
              <a:t>单击图中的“</a:t>
            </a:r>
            <a:r>
              <a:rPr lang="zh-CN" altLang="en-US" sz="1600" dirty="0">
                <a:latin typeface="Times New Roman" panose="02020603050405020304" charset="0"/>
                <a:ea typeface="微软雅黑" panose="020B0503020204020204" pitchFamily="34" charset="-122"/>
                <a:cs typeface="Times New Roman" panose="02020603050405020304" charset="0"/>
              </a:rPr>
              <a:t>完成</a:t>
            </a:r>
            <a:r>
              <a:rPr lang="zh-CN" altLang="zh-CN" sz="1600" dirty="0">
                <a:latin typeface="Times New Roman" panose="02020603050405020304" charset="0"/>
                <a:ea typeface="微软雅黑" panose="020B0503020204020204" pitchFamily="34" charset="-122"/>
                <a:cs typeface="Times New Roman" panose="02020603050405020304" charset="0"/>
              </a:rPr>
              <a:t>”按钮，至此，</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DevEco Studio</a:t>
            </a:r>
            <a:r>
              <a:rPr lang="zh-CN"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的安装全部完成</a:t>
            </a:r>
            <a:r>
              <a:rPr lang="zh-CN" altLang="zh-CN" sz="1600" dirty="0">
                <a:latin typeface="Times New Roman" panose="02020603050405020304" charset="0"/>
                <a:ea typeface="微软雅黑" panose="020B0503020204020204" pitchFamily="34" charset="-122"/>
                <a:cs typeface="Times New Roman" panose="02020603050405020304" charset="0"/>
              </a:rPr>
              <a:t>。</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pic>
        <p:nvPicPr>
          <p:cNvPr id="3" name="图片 2"/>
          <p:cNvPicPr>
            <a:picLocks noChangeAspect="1"/>
          </p:cNvPicPr>
          <p:nvPr/>
        </p:nvPicPr>
        <p:blipFill>
          <a:blip r:embed="rId2"/>
          <a:stretch>
            <a:fillRect/>
          </a:stretch>
        </p:blipFill>
        <p:spPr>
          <a:xfrm>
            <a:off x="4539615" y="2565400"/>
            <a:ext cx="4076065" cy="29679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632218"/>
            <a:ext cx="7847534" cy="46037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我们选择选应用程序图标</a:t>
            </a:r>
            <a:r>
              <a:rPr lang="zh-CN" altLang="en-US" sz="1600" dirty="0">
                <a:latin typeface="Times New Roman" panose="02020603050405020304" charset="0"/>
                <a:ea typeface="微软雅黑" panose="020B0503020204020204" pitchFamily="34" charset="-122"/>
                <a:cs typeface="Times New Roman" panose="02020603050405020304" charset="0"/>
              </a:rPr>
              <a:t>进入之后会进入</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DevEco Studio</a:t>
            </a:r>
            <a:r>
              <a:rPr lang="zh-CN" altLang="en-US" sz="1600" dirty="0">
                <a:solidFill>
                  <a:srgbClr val="1369B2"/>
                </a:solidFill>
                <a:latin typeface="Times New Roman" panose="02020603050405020304" charset="0"/>
                <a:ea typeface="微软雅黑" panose="020B0503020204020204" pitchFamily="34" charset="-122"/>
                <a:cs typeface="Times New Roman" panose="02020603050405020304" charset="0"/>
              </a:rPr>
              <a:t>的开启窗口</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222750" y="2421890"/>
            <a:ext cx="5600700" cy="35337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sp>
        <p:nvSpPr>
          <p:cNvPr id="2" name="矩形 1"/>
          <p:cNvSpPr/>
          <p:nvPr/>
        </p:nvSpPr>
        <p:spPr>
          <a:xfrm>
            <a:off x="3287023" y="1701601"/>
            <a:ext cx="7560840" cy="1198880"/>
          </a:xfrm>
          <a:prstGeom prst="rect">
            <a:avLst/>
          </a:prstGeom>
        </p:spPr>
        <p:txBody>
          <a:bodyPr wrap="square">
            <a:spAutoFit/>
          </a:bodyPr>
          <a:lstStyle/>
          <a:p>
            <a:pPr>
              <a:lnSpc>
                <a:spcPct val="150000"/>
              </a:lnSpc>
            </a:pPr>
            <a:r>
              <a:rPr lang="zh-CN" altLang="zh-CN" sz="1600" dirty="0">
                <a:latin typeface="Times New Roman" panose="02020603050405020304" charset="0"/>
                <a:ea typeface="微软雅黑" panose="020B0503020204020204" pitchFamily="34" charset="-122"/>
                <a:cs typeface="Times New Roman" panose="02020603050405020304" charset="0"/>
              </a:rPr>
              <a:t>图中包含2个选项，其中选项①表示自定义DevEco Studio配置文件的位置，选项②表示不导入配置文件的位置。如果之前安装过DevEco Studio，想要导入之前的配置文件，则可以选择选项①，否则，选择选项②，此处可以根据实际情况进行选择。</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pic>
        <p:nvPicPr>
          <p:cNvPr id="3" name="图片 2"/>
          <p:cNvPicPr>
            <a:picLocks noChangeAspect="1"/>
          </p:cNvPicPr>
          <p:nvPr/>
        </p:nvPicPr>
        <p:blipFill>
          <a:blip r:embed="rId2"/>
          <a:stretch>
            <a:fillRect/>
          </a:stretch>
        </p:blipFill>
        <p:spPr>
          <a:xfrm>
            <a:off x="4150995" y="3615690"/>
            <a:ext cx="6334125" cy="1695450"/>
          </a:xfrm>
          <a:prstGeom prst="rect">
            <a:avLst/>
          </a:prstGeom>
        </p:spPr>
      </p:pic>
      <p:sp>
        <p:nvSpPr>
          <p:cNvPr id="5" name="文本框 4"/>
          <p:cNvSpPr txBox="1"/>
          <p:nvPr/>
        </p:nvSpPr>
        <p:spPr>
          <a:xfrm>
            <a:off x="3790950" y="3933825"/>
            <a:ext cx="6096000" cy="275590"/>
          </a:xfrm>
          <a:prstGeom prst="rect">
            <a:avLst/>
          </a:prstGeom>
          <a:noFill/>
        </p:spPr>
        <p:txBody>
          <a:bodyPr wrap="square" rtlCol="0">
            <a:spAutoFit/>
          </a:bodyPr>
          <a:p>
            <a:r>
              <a:rPr lang="zh-CN" altLang="en-US" sz="1200" dirty="0" smtClean="0">
                <a:solidFill>
                  <a:srgbClr val="FF0000"/>
                </a:solidFill>
                <a:latin typeface="Calibri" panose="020F0502020204030204" pitchFamily="34" charset="0"/>
                <a:ea typeface="微软雅黑" panose="020B0503020204020204" pitchFamily="34" charset="-122"/>
                <a:sym typeface="+mn-ea"/>
              </a:rPr>
              <a:t>①</a:t>
            </a:r>
            <a:endParaRPr lang="zh-CN" altLang="en-US" sz="1200" dirty="0" smtClean="0">
              <a:solidFill>
                <a:srgbClr val="FF0000"/>
              </a:solidFill>
              <a:latin typeface="Calibri" panose="020F0502020204030204" pitchFamily="34" charset="0"/>
              <a:ea typeface="微软雅黑" panose="020B0503020204020204" pitchFamily="34" charset="-122"/>
              <a:sym typeface="+mn-ea"/>
            </a:endParaRPr>
          </a:p>
        </p:txBody>
      </p:sp>
      <p:sp>
        <p:nvSpPr>
          <p:cNvPr id="6" name="文本框 5"/>
          <p:cNvSpPr txBox="1"/>
          <p:nvPr/>
        </p:nvSpPr>
        <p:spPr>
          <a:xfrm>
            <a:off x="3815715" y="4582160"/>
            <a:ext cx="335280" cy="275590"/>
          </a:xfrm>
          <a:prstGeom prst="rect">
            <a:avLst/>
          </a:prstGeom>
          <a:noFill/>
        </p:spPr>
        <p:txBody>
          <a:bodyPr wrap="none" rtlCol="0" anchor="t">
            <a:spAutoFit/>
          </a:bodyPr>
          <a:p>
            <a:r>
              <a:rPr lang="zh-CN" altLang="en-US" sz="1200" dirty="0" smtClean="0">
                <a:solidFill>
                  <a:srgbClr val="FF0000"/>
                </a:solidFill>
                <a:latin typeface="Calibri" panose="020F0502020204030204" pitchFamily="34" charset="0"/>
                <a:ea typeface="微软雅黑" panose="020B0503020204020204" pitchFamily="34" charset="-122"/>
              </a:rPr>
              <a:t>②</a:t>
            </a:r>
            <a:endParaRPr lang="zh-CN" altLang="en-US" sz="1200" dirty="0" smtClean="0">
              <a:solidFill>
                <a:srgbClr val="FF0000"/>
              </a:solidFill>
              <a:latin typeface="Calibri" panose="020F050202020403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632218"/>
            <a:ext cx="7847534" cy="46037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上一页图中的进度完成之后，会弹出</a:t>
            </a:r>
            <a:r>
              <a:rPr lang="en-US" altLang="zh-CN" sz="1600" dirty="0">
                <a:latin typeface="Times New Roman" panose="02020603050405020304" charset="0"/>
                <a:ea typeface="微软雅黑" panose="020B0503020204020204" pitchFamily="34" charset="-122"/>
                <a:cs typeface="Times New Roman" panose="02020603050405020304" charset="0"/>
              </a:rPr>
              <a:t>DevEco Studio</a:t>
            </a:r>
            <a:r>
              <a:rPr lang="en-US" altLang="zh-CN" sz="1600" dirty="0">
                <a:latin typeface="Times New Roman" panose="02020603050405020304" charset="0"/>
                <a:ea typeface="微软雅黑" panose="020B0503020204020204" pitchFamily="34" charset="-122"/>
                <a:cs typeface="Times New Roman" panose="02020603050405020304" charset="0"/>
              </a:rPr>
              <a:t> First Run</a:t>
            </a:r>
            <a:r>
              <a:rPr lang="zh-CN" altLang="en-US" sz="1600" dirty="0">
                <a:latin typeface="Times New Roman" panose="02020603050405020304" charset="0"/>
                <a:ea typeface="微软雅黑" panose="020B0503020204020204" pitchFamily="34" charset="-122"/>
                <a:cs typeface="Times New Roman" panose="02020603050405020304" charset="0"/>
              </a:rPr>
              <a:t>对话框，如下图所示。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3933190" y="2205355"/>
            <a:ext cx="6124575" cy="40005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632218"/>
            <a:ext cx="7847534" cy="46037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上一页图中的进度完成之后，会弹出</a:t>
            </a:r>
            <a:r>
              <a:rPr lang="en-US" altLang="zh-CN" sz="1600" dirty="0">
                <a:latin typeface="Times New Roman" panose="02020603050405020304" charset="0"/>
                <a:ea typeface="微软雅黑" panose="020B0503020204020204" pitchFamily="34" charset="-122"/>
                <a:cs typeface="Times New Roman" panose="02020603050405020304" charset="0"/>
              </a:rPr>
              <a:t>DevEco Studio</a:t>
            </a:r>
            <a:r>
              <a:rPr lang="en-US" altLang="zh-CN" sz="1600" dirty="0">
                <a:latin typeface="Times New Roman" panose="02020603050405020304" charset="0"/>
                <a:ea typeface="微软雅黑" panose="020B0503020204020204" pitchFamily="34" charset="-122"/>
                <a:cs typeface="Times New Roman" panose="02020603050405020304" charset="0"/>
              </a:rPr>
              <a:t> First Run</a:t>
            </a:r>
            <a:r>
              <a:rPr lang="zh-CN" altLang="en-US" sz="1600" dirty="0">
                <a:latin typeface="Times New Roman" panose="02020603050405020304" charset="0"/>
                <a:ea typeface="微软雅黑" panose="020B0503020204020204" pitchFamily="34" charset="-122"/>
                <a:cs typeface="Times New Roman" panose="02020603050405020304" charset="0"/>
              </a:rPr>
              <a:t>对话框，如下图所示。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382135" y="2205355"/>
            <a:ext cx="5245735" cy="42621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2926715" y="1557655"/>
            <a:ext cx="9102090" cy="829945"/>
          </a:xfrm>
          <a:prstGeom prst="rect">
            <a:avLst/>
          </a:prstGeom>
        </p:spPr>
        <p:txBody>
          <a:bodyPr wrap="square">
            <a:spAutoFit/>
          </a:bodyPr>
          <a:lstStyle/>
          <a:p>
            <a:pPr>
              <a:lnSpc>
                <a:spcPct val="150000"/>
              </a:lnSpc>
            </a:pPr>
            <a:r>
              <a:rPr sz="1600" dirty="0">
                <a:latin typeface="Times New Roman" panose="02020603050405020304" charset="0"/>
                <a:ea typeface="微软雅黑" panose="020B0503020204020204" pitchFamily="34" charset="-122"/>
                <a:cs typeface="Times New Roman" panose="02020603050405020304" charset="0"/>
              </a:rPr>
              <a:t>DevEco Studio开发环境依赖于网络环境，需要连接上网络才能确保工具的正常使用。DevEco Studio提供了开发环境诊断的功能，帮助您识别开发环境是否完备。可以在欢迎页面单击Diagnose进行诊断。</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4078605" y="2402205"/>
            <a:ext cx="6099810" cy="42437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2926715" y="1557655"/>
            <a:ext cx="9102090" cy="829945"/>
          </a:xfrm>
          <a:prstGeom prst="rect">
            <a:avLst/>
          </a:prstGeom>
        </p:spPr>
        <p:txBody>
          <a:bodyPr wrap="square">
            <a:spAutoFit/>
          </a:bodyPr>
          <a:lstStyle/>
          <a:p>
            <a:pPr>
              <a:lnSpc>
                <a:spcPct val="150000"/>
              </a:lnSpc>
            </a:pPr>
            <a:r>
              <a:rPr sz="1600" dirty="0">
                <a:latin typeface="Times New Roman" panose="02020603050405020304" charset="0"/>
                <a:ea typeface="微软雅黑" panose="020B0503020204020204" pitchFamily="34" charset="-122"/>
                <a:cs typeface="Times New Roman" panose="02020603050405020304" charset="0"/>
              </a:rPr>
              <a:t>如果您已经打开了工程开发界面，也可以在菜单栏单击Help &gt; Diagnostic Tools &gt; Diagnose Development Environment进行诊断。</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5" name="图片 4"/>
          <p:cNvPicPr>
            <a:picLocks noChangeAspect="1"/>
          </p:cNvPicPr>
          <p:nvPr/>
        </p:nvPicPr>
        <p:blipFill>
          <a:blip r:embed="rId2"/>
          <a:stretch>
            <a:fillRect/>
          </a:stretch>
        </p:blipFill>
        <p:spPr>
          <a:xfrm>
            <a:off x="3646805" y="2540635"/>
            <a:ext cx="7101205" cy="40405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1573" y="1439813"/>
            <a:ext cx="7847534" cy="1198880"/>
          </a:xfrm>
          <a:prstGeom prst="rect">
            <a:avLst/>
          </a:prstGeom>
        </p:spPr>
        <p:txBody>
          <a:bodyPr wrap="square">
            <a:spAutoFit/>
          </a:bodyPr>
          <a:lstStyle/>
          <a:p>
            <a:pPr>
              <a:lnSpc>
                <a:spcPct val="150000"/>
              </a:lnSpc>
            </a:pPr>
            <a:r>
              <a:rPr sz="1600" dirty="0">
                <a:latin typeface="Times New Roman" panose="02020603050405020304" charset="0"/>
                <a:ea typeface="微软雅黑" panose="020B0503020204020204" pitchFamily="34" charset="-122"/>
                <a:cs typeface="Times New Roman" panose="02020603050405020304" charset="0"/>
              </a:rPr>
              <a:t>在欢迎页单击Customize &gt; All settings… &gt; Appearance &amp; Behavior &gt; System Settings &gt; HTTP Proxy进入HTTP Proxy设置界面。如果已经打开了工程，可以单击File &gt; Settings &gt; Appearance &amp; Behavior &gt; System Settings &gt; HTTP Proxy进入HTTP Proxy设置界面</a:t>
            </a:r>
            <a:endParaRPr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4165600" y="2673350"/>
            <a:ext cx="5544820" cy="39909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1573" y="1506488"/>
            <a:ext cx="7847534" cy="1198880"/>
          </a:xfrm>
          <a:prstGeom prst="rect">
            <a:avLst/>
          </a:prstGeom>
        </p:spPr>
        <p:txBody>
          <a:bodyPr wrap="square">
            <a:spAutoFit/>
          </a:bodyPr>
          <a:lstStyle/>
          <a:p>
            <a:pPr>
              <a:lnSpc>
                <a:spcPct val="150000"/>
              </a:lnSpc>
            </a:pPr>
            <a:r>
              <a:rPr sz="1600" dirty="0">
                <a:latin typeface="Times New Roman" panose="02020603050405020304" charset="0"/>
                <a:ea typeface="微软雅黑" panose="020B0503020204020204" pitchFamily="34" charset="-122"/>
                <a:cs typeface="Times New Roman" panose="02020603050405020304" charset="0"/>
              </a:rPr>
              <a:t>配置完成后，单击Check connection，输入网络地址（如：https://developer.huawei.com），检查网络连通性。提示“Connection successful”表示代理设置成功</a:t>
            </a:r>
            <a:endParaRPr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654550" y="2493645"/>
            <a:ext cx="5137785" cy="41744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142693" y="1506488"/>
            <a:ext cx="7847534" cy="460375"/>
          </a:xfrm>
          <a:prstGeom prst="rect">
            <a:avLst/>
          </a:prstGeom>
        </p:spPr>
        <p:txBody>
          <a:bodyPr wrap="square">
            <a:spAutoFit/>
          </a:bodyPr>
          <a:lstStyle/>
          <a:p>
            <a:pPr>
              <a:lnSpc>
                <a:spcPct val="150000"/>
              </a:lnSpc>
            </a:pPr>
            <a:r>
              <a:rPr sz="1600" dirty="0">
                <a:latin typeface="Times New Roman" panose="02020603050405020304" charset="0"/>
                <a:ea typeface="微软雅黑" panose="020B0503020204020204" pitchFamily="34" charset="-122"/>
                <a:cs typeface="Times New Roman" panose="02020603050405020304" charset="0"/>
              </a:rPr>
              <a:t>配置完成后，单击</a:t>
            </a:r>
            <a:r>
              <a:rPr lang="en-US" sz="1600" dirty="0">
                <a:latin typeface="Times New Roman" panose="02020603050405020304" charset="0"/>
                <a:ea typeface="微软雅黑" panose="020B0503020204020204" pitchFamily="34" charset="-122"/>
                <a:cs typeface="Times New Roman" panose="02020603050405020304" charset="0"/>
              </a:rPr>
              <a:t>Customize</a:t>
            </a:r>
            <a:r>
              <a:rPr sz="1600" dirty="0">
                <a:latin typeface="Times New Roman" panose="02020603050405020304" charset="0"/>
                <a:ea typeface="微软雅黑" panose="020B0503020204020204" pitchFamily="34" charset="-122"/>
                <a:cs typeface="Times New Roman" panose="02020603050405020304" charset="0"/>
              </a:rPr>
              <a:t>，</a:t>
            </a:r>
            <a:r>
              <a:rPr lang="zh-CN" sz="1600" dirty="0">
                <a:latin typeface="Times New Roman" panose="02020603050405020304" charset="0"/>
                <a:ea typeface="微软雅黑" panose="020B0503020204020204" pitchFamily="34" charset="-122"/>
                <a:cs typeface="Times New Roman" panose="02020603050405020304" charset="0"/>
              </a:rPr>
              <a:t>选择</a:t>
            </a:r>
            <a:r>
              <a:rPr lang="en-US" altLang="zh-CN" sz="1600" dirty="0">
                <a:latin typeface="Times New Roman" panose="02020603050405020304" charset="0"/>
                <a:ea typeface="微软雅黑" panose="020B0503020204020204" pitchFamily="34" charset="-122"/>
                <a:cs typeface="Times New Roman" panose="02020603050405020304" charset="0"/>
              </a:rPr>
              <a:t>Color theme </a:t>
            </a:r>
            <a:r>
              <a:rPr lang="zh-CN" altLang="en-US" sz="1600" dirty="0">
                <a:latin typeface="Times New Roman" panose="02020603050405020304" charset="0"/>
                <a:ea typeface="微软雅黑" panose="020B0503020204020204" pitchFamily="34" charset="-122"/>
                <a:cs typeface="Times New Roman" panose="02020603050405020304" charset="0"/>
              </a:rPr>
              <a:t>可以调整主题颜色。</a:t>
            </a:r>
            <a:endParaRPr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006850" y="2068195"/>
            <a:ext cx="6348730" cy="46297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139518" y="1490613"/>
            <a:ext cx="7847534" cy="46037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单击上一页图中的“</a:t>
            </a:r>
            <a:r>
              <a:rPr lang="en-US" altLang="zh-CN" sz="1600" dirty="0">
                <a:latin typeface="Times New Roman" panose="02020603050405020304" charset="0"/>
                <a:ea typeface="微软雅黑" panose="020B0503020204020204" pitchFamily="34" charset="-122"/>
                <a:cs typeface="Times New Roman" panose="02020603050405020304" charset="0"/>
              </a:rPr>
              <a:t>Cancel</a:t>
            </a:r>
            <a:r>
              <a:rPr lang="zh-CN" altLang="en-US" sz="1600" dirty="0">
                <a:latin typeface="Times New Roman" panose="02020603050405020304" charset="0"/>
                <a:ea typeface="微软雅黑" panose="020B0503020204020204" pitchFamily="34" charset="-122"/>
                <a:cs typeface="Times New Roman" panose="02020603050405020304" charset="0"/>
              </a:rPr>
              <a:t>” 按钮之后进入</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Welcome DevEco Studio</a:t>
            </a:r>
            <a:r>
              <a:rPr lang="zh-CN" altLang="en-US" sz="1600" dirty="0">
                <a:solidFill>
                  <a:srgbClr val="1369B2"/>
                </a:solidFill>
                <a:latin typeface="Times New Roman" panose="02020603050405020304" charset="0"/>
                <a:ea typeface="微软雅黑" panose="020B0503020204020204" pitchFamily="34" charset="-122"/>
                <a:cs typeface="Times New Roman" panose="02020603050405020304" charset="0"/>
              </a:rPr>
              <a:t>页面</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3790950" y="2115185"/>
            <a:ext cx="6859270" cy="45313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214448" y="1390283"/>
            <a:ext cx="7847534" cy="460375"/>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单击上一页图中的“</a:t>
            </a:r>
            <a:r>
              <a:rPr lang="en-US" altLang="zh-CN" sz="1600" dirty="0">
                <a:latin typeface="Times New Roman" panose="02020603050405020304" charset="0"/>
                <a:ea typeface="微软雅黑" panose="020B0503020204020204" pitchFamily="34" charset="-122"/>
                <a:cs typeface="Times New Roman" panose="02020603050405020304" charset="0"/>
              </a:rPr>
              <a:t>Next</a:t>
            </a:r>
            <a:r>
              <a:rPr lang="zh-CN" altLang="en-US" sz="1600" dirty="0">
                <a:latin typeface="Times New Roman" panose="02020603050405020304" charset="0"/>
                <a:ea typeface="微软雅黑" panose="020B0503020204020204" pitchFamily="34" charset="-122"/>
                <a:cs typeface="Times New Roman" panose="02020603050405020304" charset="0"/>
              </a:rPr>
              <a:t>” 按钮之后进入主</a:t>
            </a:r>
            <a:r>
              <a:rPr lang="zh-CN" altLang="en-US" sz="1600" dirty="0">
                <a:latin typeface="Times New Roman" panose="02020603050405020304" charset="0"/>
                <a:ea typeface="微软雅黑" panose="020B0503020204020204" pitchFamily="34" charset="-122"/>
                <a:cs typeface="Times New Roman" panose="02020603050405020304" charset="0"/>
              </a:rPr>
              <a:t>页面，如下图所示。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3862705" y="1917700"/>
            <a:ext cx="6702425" cy="47879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DevEco Studio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安装步骤</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59519"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342252" y="909514"/>
            <a:ext cx="3273234" cy="460375"/>
          </a:xfrm>
          <a:prstGeom prst="rect">
            <a:avLst/>
          </a:prstGeom>
          <a:noFill/>
          <a:ln>
            <a:noFill/>
          </a:ln>
        </p:spPr>
        <p:txBody>
          <a:bodyPr wrap="square" rtlCol="0">
            <a:spAutoFit/>
          </a:bodyPr>
          <a:lstStyle/>
          <a:p>
            <a:pPr algn="ctr" defTabSz="457200">
              <a:defRPr/>
            </a:pPr>
            <a:r>
              <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配置</a:t>
            </a:r>
            <a:r>
              <a:rPr kumimoji="0" lang="en-US" altLang="zh-CN"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DevEco Studio</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632218"/>
            <a:ext cx="7847534" cy="418063"/>
          </a:xfrm>
          <a:prstGeom prst="rect">
            <a:avLst/>
          </a:prstGeom>
        </p:spPr>
        <p:txBody>
          <a:bodyPr wrap="square">
            <a:spAutoFit/>
          </a:bodyPr>
          <a:lstStyle/>
          <a:p>
            <a:pPr>
              <a:lnSpc>
                <a:spcPct val="150000"/>
              </a:lnSpc>
            </a:pPr>
            <a:r>
              <a:rPr lang="zh-CN" altLang="en-US" sz="1600" dirty="0">
                <a:latin typeface="Times New Roman" panose="02020603050405020304" charset="0"/>
                <a:ea typeface="微软雅黑" panose="020B0503020204020204" pitchFamily="34" charset="-122"/>
                <a:cs typeface="Times New Roman" panose="02020603050405020304" charset="0"/>
              </a:rPr>
              <a:t>单击上一页图中的“</a:t>
            </a:r>
            <a:r>
              <a:rPr lang="en-US" altLang="zh-CN" sz="1600" dirty="0">
                <a:latin typeface="Times New Roman" panose="02020603050405020304" charset="0"/>
                <a:ea typeface="微软雅黑" panose="020B0503020204020204" pitchFamily="34" charset="-122"/>
                <a:cs typeface="Times New Roman" panose="02020603050405020304" charset="0"/>
              </a:rPr>
              <a:t>Next</a:t>
            </a:r>
            <a:r>
              <a:rPr lang="zh-CN" altLang="en-US" sz="1600" dirty="0">
                <a:latin typeface="Times New Roman" panose="02020603050405020304" charset="0"/>
                <a:ea typeface="微软雅黑" panose="020B0503020204020204" pitchFamily="34" charset="-122"/>
                <a:cs typeface="Times New Roman" panose="02020603050405020304" charset="0"/>
              </a:rPr>
              <a:t>”按钮进入</a:t>
            </a:r>
            <a:r>
              <a:rPr lang="en-US" altLang="zh-CN" sz="1600" dirty="0">
                <a:solidFill>
                  <a:srgbClr val="1369B2"/>
                </a:solidFill>
                <a:latin typeface="Times New Roman" panose="02020603050405020304" charset="0"/>
                <a:ea typeface="微软雅黑" panose="020B0503020204020204" pitchFamily="34" charset="-122"/>
                <a:cs typeface="Times New Roman" panose="02020603050405020304" charset="0"/>
              </a:rPr>
              <a:t>Install Type</a:t>
            </a:r>
            <a:r>
              <a:rPr lang="zh-CN" altLang="en-US" sz="1600" dirty="0">
                <a:solidFill>
                  <a:srgbClr val="1369B2"/>
                </a:solidFill>
                <a:latin typeface="Times New Roman" panose="02020603050405020304" charset="0"/>
                <a:ea typeface="微软雅黑" panose="020B0503020204020204" pitchFamily="34" charset="-122"/>
                <a:cs typeface="Times New Roman" panose="02020603050405020304" charset="0"/>
              </a:rPr>
              <a:t>页面</a:t>
            </a:r>
            <a:r>
              <a:rPr lang="zh-CN" altLang="en-US" sz="16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6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905765"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11266" name="图片 16" descr="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5903" y="2129542"/>
            <a:ext cx="3904053" cy="292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59147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5" name="内容占位符 2"/>
          <p:cNvSpPr txBox="1"/>
          <p:nvPr/>
        </p:nvSpPr>
        <p:spPr bwMode="auto">
          <a:xfrm>
            <a:off x="1198662" y="1269553"/>
            <a:ext cx="9577064"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lvl="1" indent="0" fontAlgn="auto">
              <a:lnSpc>
                <a:spcPct val="150000"/>
              </a:lnSpc>
              <a:spcBef>
                <a:spcPct val="20000"/>
              </a:spcBef>
              <a:spcAft>
                <a:spcPts val="0"/>
              </a:spcAft>
              <a:defRPr/>
            </a:pPr>
            <a:r>
              <a:rPr lang="en-US" altLang="zh-CN" sz="2000" dirty="0">
                <a:solidFill>
                  <a:srgbClr val="595959"/>
                </a:solidFill>
                <a:latin typeface="微软雅黑" panose="020B0503020204020204" pitchFamily="34" charset="-122"/>
                <a:ea typeface="微软雅黑" panose="020B0503020204020204" pitchFamily="34" charset="-122"/>
                <a:sym typeface="+mn-ea"/>
              </a:rPr>
              <a:t>OpenHarmony</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程序可以运行到手机和平板等物理设备上，当运行</a:t>
            </a:r>
            <a:r>
              <a:rPr lang="en-US" altLang="zh-CN" sz="2000" dirty="0">
                <a:solidFill>
                  <a:srgbClr val="595959"/>
                </a:solidFill>
                <a:latin typeface="微软雅黑" panose="020B0503020204020204" pitchFamily="34" charset="-122"/>
                <a:ea typeface="微软雅黑" panose="020B0503020204020204" pitchFamily="34" charset="-122"/>
                <a:sym typeface="+mn-ea"/>
              </a:rPr>
              <a:t>OpenHarmony</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程序时，没有手机或平板等物理设备，可以使用</a:t>
            </a:r>
            <a:r>
              <a:rPr lang="en-US" altLang="zh-CN" sz="2000" dirty="0">
                <a:solidFill>
                  <a:srgbClr val="595959"/>
                </a:solidFill>
                <a:latin typeface="微软雅黑" panose="020B0503020204020204" pitchFamily="34" charset="-122"/>
                <a:ea typeface="微软雅黑" panose="020B0503020204020204" pitchFamily="34" charset="-122"/>
                <a:sym typeface="+mn-ea"/>
              </a:rPr>
              <a:t>OpenHarmony</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系统提供的模拟器。</a:t>
            </a:r>
            <a:r>
              <a:rPr lang="zh-CN" altLang="en-US" sz="2000" dirty="0">
                <a:solidFill>
                  <a:srgbClr val="0075CC"/>
                </a:solidFill>
                <a:latin typeface="微软雅黑" panose="020B0503020204020204" pitchFamily="34" charset="-122"/>
                <a:ea typeface="微软雅黑" panose="020B0503020204020204" pitchFamily="34" charset="-122"/>
                <a:cs typeface="+mn-ea"/>
              </a:rPr>
              <a:t>模拟器是一个可以运行在电脑上的虚拟设备。</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在模拟器上</a:t>
            </a:r>
            <a:r>
              <a:rPr lang="zh-CN" altLang="en-US" sz="2000" dirty="0">
                <a:solidFill>
                  <a:srgbClr val="0075CC"/>
                </a:solidFill>
                <a:latin typeface="微软雅黑" panose="020B0503020204020204" pitchFamily="34" charset="-122"/>
                <a:ea typeface="微软雅黑" panose="020B0503020204020204" pitchFamily="34" charset="-122"/>
                <a:cs typeface="+mn-ea"/>
              </a:rPr>
              <a:t>可预览和测试</a:t>
            </a:r>
            <a:r>
              <a:rPr lang="zh-CN" altLang="en-US" sz="2000" dirty="0">
                <a:solidFill>
                  <a:srgbClr val="0075CC"/>
                </a:solidFill>
                <a:latin typeface="微软雅黑" panose="020B0503020204020204" pitchFamily="34" charset="-122"/>
                <a:ea typeface="微软雅黑" panose="020B0503020204020204" pitchFamily="34" charset="-122"/>
                <a:cs typeface="+mn-ea"/>
                <a:sym typeface="+mn-ea"/>
              </a:rPr>
              <a:t>OpenHarmony</a:t>
            </a:r>
            <a:r>
              <a:rPr lang="zh-CN" altLang="en-US" sz="2000" dirty="0">
                <a:solidFill>
                  <a:srgbClr val="0075CC"/>
                </a:solidFill>
                <a:latin typeface="微软雅黑" panose="020B0503020204020204" pitchFamily="34" charset="-122"/>
                <a:ea typeface="微软雅黑" panose="020B0503020204020204" pitchFamily="34" charset="-122"/>
                <a:cs typeface="+mn-ea"/>
              </a:rPr>
              <a:t>应用程序</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endPar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pic>
        <p:nvPicPr>
          <p:cNvPr id="5" name="Picture 2" descr="C:\Users\Administrator\Desktop\ppt展示模板-8.png"/>
          <p:cNvPicPr>
            <a:picLocks noChangeAspect="1" noChangeArrowheads="1"/>
          </p:cNvPicPr>
          <p:nvPr/>
        </p:nvPicPr>
        <p:blipFill>
          <a:blip r:embed="rId1"/>
          <a:srcRect/>
          <a:stretch>
            <a:fillRect/>
          </a:stretch>
        </p:blipFill>
        <p:spPr bwMode="auto">
          <a:xfrm>
            <a:off x="3919952" y="3357786"/>
            <a:ext cx="4551518" cy="2738439"/>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612946" y="3733927"/>
            <a:ext cx="3210452" cy="1800200"/>
          </a:xfrm>
          <a:prstGeom prst="rect">
            <a:avLst/>
          </a:prstGeom>
          <a:blipFill>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37672" y="4623934"/>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6" name="文本框 34"/>
          <p:cNvSpPr txBox="1"/>
          <p:nvPr/>
        </p:nvSpPr>
        <p:spPr>
          <a:xfrm>
            <a:off x="837673" y="332583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224387" y="901300"/>
            <a:ext cx="3561267"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单击</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ADV Manager</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标签</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1337945"/>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当创建完第一个</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OpenHarmony</a:t>
            </a:r>
            <a:r>
              <a:rPr lang="zh-CN" altLang="en-US" sz="1800" dirty="0">
                <a:latin typeface="Times New Roman" panose="02020603050405020304" charset="0"/>
                <a:ea typeface="微软雅黑" panose="020B0503020204020204" pitchFamily="34" charset="-122"/>
                <a:cs typeface="Times New Roman" panose="02020603050405020304" charset="0"/>
              </a:rPr>
              <a:t>程序时，在</a:t>
            </a:r>
            <a:r>
              <a:rPr lang="en-US" altLang="zh-CN" sz="1800" dirty="0">
                <a:latin typeface="Times New Roman" panose="02020603050405020304" charset="0"/>
                <a:ea typeface="微软雅黑" panose="020B0503020204020204" pitchFamily="34" charset="-122"/>
                <a:cs typeface="Times New Roman" panose="02020603050405020304" charset="0"/>
              </a:rPr>
              <a:t>DevEco Studio</a:t>
            </a:r>
            <a:r>
              <a:rPr lang="zh-CN" altLang="en-US" sz="1800" dirty="0">
                <a:latin typeface="Times New Roman" panose="02020603050405020304" charset="0"/>
                <a:ea typeface="微软雅黑" panose="020B0503020204020204" pitchFamily="34" charset="-122"/>
                <a:cs typeface="Times New Roman" panose="02020603050405020304" charset="0"/>
              </a:rPr>
              <a:t>中，单击导航栏中的     </a:t>
            </a:r>
            <a:r>
              <a:rPr lang="en-US" altLang="zh-CN" sz="1800" dirty="0">
                <a:latin typeface="Times New Roman" panose="02020603050405020304" charset="0"/>
                <a:ea typeface="微软雅黑" panose="020B0503020204020204" pitchFamily="34" charset="-122"/>
                <a:cs typeface="Times New Roman" panose="02020603050405020304" charset="0"/>
              </a:rPr>
              <a:t> </a:t>
            </a:r>
            <a:r>
              <a:rPr lang="zh-CN" altLang="en-US" sz="1800" dirty="0">
                <a:latin typeface="Times New Roman" panose="02020603050405020304" charset="0"/>
                <a:ea typeface="微软雅黑" panose="020B0503020204020204" pitchFamily="34" charset="-122"/>
                <a:cs typeface="Times New Roman" panose="02020603050405020304" charset="0"/>
              </a:rPr>
              <a:t>下拉图标或者菜单栏</a:t>
            </a:r>
            <a:r>
              <a:rPr lang="en-US" altLang="zh-CN" sz="1800" dirty="0">
                <a:latin typeface="Times New Roman" panose="02020603050405020304" charset="0"/>
                <a:ea typeface="微软雅黑" panose="020B0503020204020204" pitchFamily="34" charset="-122"/>
                <a:cs typeface="Times New Roman" panose="02020603050405020304" charset="0"/>
              </a:rPr>
              <a:t>Tools</a:t>
            </a:r>
            <a:r>
              <a:rPr lang="zh-CN" altLang="en-US" sz="1800" dirty="0">
                <a:latin typeface="Times New Roman" panose="02020603050405020304" charset="0"/>
                <a:ea typeface="微软雅黑" panose="020B0503020204020204" pitchFamily="34" charset="-122"/>
                <a:cs typeface="Times New Roman" panose="02020603050405020304" charset="0"/>
              </a:rPr>
              <a:t>中的</a:t>
            </a:r>
            <a:r>
              <a:rPr lang="en-US" altLang="zh-CN" sz="1800" dirty="0">
                <a:latin typeface="Times New Roman" panose="02020603050405020304" charset="0"/>
                <a:ea typeface="微软雅黑" panose="020B0503020204020204" pitchFamily="34" charset="-122"/>
                <a:cs typeface="Times New Roman" panose="02020603050405020304" charset="0"/>
              </a:rPr>
              <a:t>Device Manager</a:t>
            </a:r>
            <a:r>
              <a:rPr lang="zh-CN" altLang="en-US" sz="1800" dirty="0">
                <a:latin typeface="Times New Roman" panose="02020603050405020304" charset="0"/>
                <a:ea typeface="微软雅黑" panose="020B0503020204020204" pitchFamily="34" charset="-122"/>
                <a:cs typeface="Times New Roman" panose="02020603050405020304" charset="0"/>
              </a:rPr>
              <a:t>会进入</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rPr>
              <a:t>Your Devices</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rPr>
              <a:t>页面</a:t>
            </a:r>
            <a:r>
              <a:rPr lang="zh-CN" altLang="en-US" sz="18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837672" y="1923727"/>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1</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3026410" y="2853690"/>
            <a:ext cx="5376545" cy="3276600"/>
          </a:xfrm>
          <a:prstGeom prst="rect">
            <a:avLst/>
          </a:prstGeom>
        </p:spPr>
      </p:pic>
      <p:pic>
        <p:nvPicPr>
          <p:cNvPr id="3" name="图片 2"/>
          <p:cNvPicPr>
            <a:picLocks noChangeAspect="1"/>
          </p:cNvPicPr>
          <p:nvPr/>
        </p:nvPicPr>
        <p:blipFill>
          <a:blip r:embed="rId3"/>
          <a:stretch>
            <a:fillRect/>
          </a:stretch>
        </p:blipFill>
        <p:spPr>
          <a:xfrm>
            <a:off x="8903335" y="3357880"/>
            <a:ext cx="2000250" cy="24003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37672" y="4623934"/>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466650" y="901300"/>
            <a:ext cx="2887043"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选择模拟设备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130" y="1485265"/>
            <a:ext cx="8816975" cy="922020"/>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sym typeface="+mn-ea"/>
              </a:rPr>
              <a:t>当创建完第一个</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OpenHarmony</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程序时，在</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DevEco Studio</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中，单击导航栏中的下拉图标或者菜单栏</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Tools</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中的</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Device Manager</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会进入</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Your Devices</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页面</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，如下图所示。</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66971" y="3304239"/>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3718560" y="2425065"/>
            <a:ext cx="6472555" cy="43154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37672" y="4623934"/>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466650" y="901300"/>
            <a:ext cx="2887043"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选择模拟设备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922020"/>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单击上图中左侧的模拟设备类型，点击“</a:t>
            </a:r>
            <a:r>
              <a:rPr lang="en-US" altLang="zh-CN" sz="1800" dirty="0">
                <a:latin typeface="Times New Roman" panose="02020603050405020304" charset="0"/>
                <a:ea typeface="微软雅黑" panose="020B0503020204020204" pitchFamily="34" charset="-122"/>
                <a:cs typeface="Times New Roman" panose="02020603050405020304" charset="0"/>
              </a:rPr>
              <a:t>+ New Emulator</a:t>
            </a:r>
            <a:r>
              <a:rPr lang="zh-CN" altLang="en-US" sz="1800" dirty="0">
                <a:latin typeface="Times New Roman" panose="02020603050405020304" charset="0"/>
                <a:ea typeface="微软雅黑" panose="020B0503020204020204" pitchFamily="34" charset="-122"/>
                <a:cs typeface="Times New Roman" panose="02020603050405020304" charset="0"/>
              </a:rPr>
              <a:t>”按钮，此时会进入选择模拟设备的</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rPr>
              <a:t>Select Virtual Device</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rPr>
              <a:t>页面</a:t>
            </a:r>
            <a:r>
              <a:rPr lang="zh-CN" altLang="en-US" sz="18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66971" y="3304239"/>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3790950" y="2465070"/>
            <a:ext cx="6223000" cy="41529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837672" y="4623934"/>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466650" y="901300"/>
            <a:ext cx="2887043"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选择模拟设备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130" y="1485265"/>
            <a:ext cx="8370570" cy="1337945"/>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sym typeface="+mn-ea"/>
              </a:rPr>
              <a:t>我们选择上一页图中的</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【Phone】</a:t>
            </a:r>
            <a:r>
              <a:rPr lang="en-US" altLang="zh-CN" sz="1800" dirty="0">
                <a:sym typeface="Wingdings" panose="05000000000000000000"/>
              </a:rPr>
              <a:t></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【Huawei_Phone】</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选项（此选项可根据自己需求选择不同</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Harmony</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OS</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版本，屏幕分辨率的模拟器），选择</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Accept</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单击“</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Next</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”按钮进入</a:t>
            </a:r>
            <a:r>
              <a:rPr lang="zh-CN" altLang="en-US" sz="18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66971" y="3304239"/>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4654550" y="2781935"/>
            <a:ext cx="5856605" cy="39427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696270" y="3331405"/>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070563" y="879897"/>
            <a:ext cx="3868916"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 System Image</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922020"/>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选中上一页图中的</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Harmony</a:t>
            </a:r>
            <a:r>
              <a:rPr lang="en-US" altLang="zh-CN" sz="1800" dirty="0">
                <a:latin typeface="Times New Roman" panose="02020603050405020304" charset="0"/>
                <a:ea typeface="微软雅黑" panose="020B0503020204020204" pitchFamily="34" charset="-122"/>
                <a:cs typeface="Times New Roman" panose="02020603050405020304" charset="0"/>
              </a:rPr>
              <a:t>5.0.2</a:t>
            </a:r>
            <a:r>
              <a:rPr lang="zh-CN" altLang="en-US" sz="1800" dirty="0">
                <a:latin typeface="Times New Roman" panose="02020603050405020304" charset="0"/>
                <a:ea typeface="微软雅黑" panose="020B0503020204020204" pitchFamily="34" charset="-122"/>
                <a:cs typeface="Times New Roman" panose="02020603050405020304" charset="0"/>
              </a:rPr>
              <a:t>系统版本，单击“</a:t>
            </a:r>
            <a:r>
              <a:rPr lang="en-US" altLang="zh-CN" sz="1800" dirty="0">
                <a:latin typeface="Times New Roman" panose="02020603050405020304" charset="0"/>
                <a:ea typeface="微软雅黑" panose="020B0503020204020204" pitchFamily="34" charset="-122"/>
                <a:cs typeface="Times New Roman" panose="02020603050405020304" charset="0"/>
              </a:rPr>
              <a:t>Next</a:t>
            </a:r>
            <a:r>
              <a:rPr lang="zh-CN" altLang="en-US" sz="1800" dirty="0">
                <a:latin typeface="Times New Roman" panose="02020603050405020304" charset="0"/>
                <a:ea typeface="微软雅黑" panose="020B0503020204020204" pitchFamily="34" charset="-122"/>
                <a:cs typeface="Times New Roman" panose="02020603050405020304" charset="0"/>
              </a:rPr>
              <a:t>”进入</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rPr>
              <a:t>SDK Componets Setup</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rPr>
              <a:t> </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rPr>
              <a:t>页面</a:t>
            </a:r>
            <a:r>
              <a:rPr lang="zh-CN" altLang="en-US" sz="18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04679"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4006850" y="2418080"/>
            <a:ext cx="6396990" cy="43059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696270" y="3331405"/>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070563" y="879897"/>
            <a:ext cx="3868916"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创建模拟设备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1337945"/>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我们选择上一页图中的</a:t>
            </a:r>
            <a:r>
              <a:rPr lang="en-US" altLang="zh-CN" sz="1800" dirty="0">
                <a:latin typeface="Times New Roman" panose="02020603050405020304" charset="0"/>
                <a:ea typeface="微软雅黑" panose="020B0503020204020204" pitchFamily="34" charset="-122"/>
                <a:cs typeface="Times New Roman" panose="02020603050405020304" charset="0"/>
              </a:rPr>
              <a:t>【Finish】</a:t>
            </a:r>
            <a:r>
              <a:rPr lang="zh-CN" altLang="en-US" sz="1800" dirty="0">
                <a:latin typeface="Times New Roman" panose="02020603050405020304" charset="0"/>
                <a:ea typeface="微软雅黑" panose="020B0503020204020204" pitchFamily="34" charset="-122"/>
                <a:cs typeface="Times New Roman" panose="02020603050405020304" charset="0"/>
              </a:rPr>
              <a:t>选项，返回</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Select Virtual Device</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页面，</a:t>
            </a:r>
            <a:r>
              <a:rPr lang="zh-CN" altLang="en-US" sz="1800" dirty="0">
                <a:latin typeface="Times New Roman" panose="02020603050405020304" charset="0"/>
                <a:ea typeface="微软雅黑" panose="020B0503020204020204" pitchFamily="34" charset="-122"/>
                <a:cs typeface="Times New Roman" panose="02020603050405020304" charset="0"/>
              </a:rPr>
              <a:t>如下图所示。</a:t>
            </a:r>
            <a:endParaRPr lang="zh-CN" altLang="en-US" sz="1800" dirty="0">
              <a:latin typeface="Times New Roman" panose="02020603050405020304" charset="0"/>
              <a:ea typeface="微软雅黑" panose="020B0503020204020204" pitchFamily="34" charset="-122"/>
              <a:cs typeface="Times New Roman" panose="02020603050405020304" charset="0"/>
            </a:endParaRPr>
          </a:p>
          <a:p>
            <a:pPr>
              <a:lnSpc>
                <a:spcPct val="150000"/>
              </a:lnSpc>
            </a:pP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04679"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2" name="图片 1"/>
          <p:cNvPicPr>
            <a:picLocks noChangeAspect="1"/>
          </p:cNvPicPr>
          <p:nvPr/>
        </p:nvPicPr>
        <p:blipFill>
          <a:blip r:embed="rId2"/>
          <a:stretch>
            <a:fillRect/>
          </a:stretch>
        </p:blipFill>
        <p:spPr>
          <a:xfrm>
            <a:off x="3790950" y="2477770"/>
            <a:ext cx="6239510" cy="41636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696270" y="3331405"/>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070563" y="879897"/>
            <a:ext cx="3868916"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创建模拟设备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1337945"/>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我们选择上一页图中的</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Next</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”选项进入</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如下图</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 </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Virtual Device Configure</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页面</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，填写设备名称【</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Name</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a:t>
            </a:r>
            <a:r>
              <a:rPr lang="en-US" altLang="zh-CN" sz="1800" dirty="0">
                <a:latin typeface="Times New Roman" panose="02020603050405020304" charset="0"/>
                <a:ea typeface="微软雅黑" panose="020B0503020204020204" pitchFamily="34" charset="-122"/>
                <a:cs typeface="Times New Roman" panose="02020603050405020304" charset="0"/>
                <a:sym typeface="+mn-ea"/>
              </a:rPr>
              <a:t>,</a:t>
            </a:r>
            <a:r>
              <a:rPr lang="zh-CN" altLang="en-US" sz="1800" dirty="0">
                <a:latin typeface="Times New Roman" panose="02020603050405020304" charset="0"/>
                <a:ea typeface="微软雅黑" panose="020B0503020204020204" pitchFamily="34" charset="-122"/>
                <a:cs typeface="Times New Roman" panose="02020603050405020304" charset="0"/>
              </a:rPr>
              <a:t>内存【</a:t>
            </a:r>
            <a:r>
              <a:rPr lang="en-US" altLang="zh-CN" sz="1800" dirty="0">
                <a:latin typeface="Times New Roman" panose="02020603050405020304" charset="0"/>
                <a:ea typeface="微软雅黑" panose="020B0503020204020204" pitchFamily="34" charset="-122"/>
                <a:cs typeface="Times New Roman" panose="02020603050405020304" charset="0"/>
              </a:rPr>
              <a:t>Memory</a:t>
            </a:r>
            <a:r>
              <a:rPr lang="zh-CN" altLang="en-US" sz="1800" dirty="0">
                <a:latin typeface="Times New Roman" panose="02020603050405020304" charset="0"/>
                <a:ea typeface="微软雅黑" panose="020B0503020204020204" pitchFamily="34" charset="-122"/>
                <a:cs typeface="Times New Roman" panose="02020603050405020304" charset="0"/>
              </a:rPr>
              <a:t>】存储【</a:t>
            </a:r>
            <a:r>
              <a:rPr lang="en-US" altLang="zh-CN" sz="1800" dirty="0">
                <a:latin typeface="Times New Roman" panose="02020603050405020304" charset="0"/>
                <a:ea typeface="微软雅黑" panose="020B0503020204020204" pitchFamily="34" charset="-122"/>
                <a:cs typeface="Times New Roman" panose="02020603050405020304" charset="0"/>
              </a:rPr>
              <a:t>Storage</a:t>
            </a:r>
            <a:r>
              <a:rPr lang="zh-CN" altLang="en-US" sz="1800" dirty="0">
                <a:latin typeface="Times New Roman" panose="02020603050405020304" charset="0"/>
                <a:ea typeface="微软雅黑" panose="020B0503020204020204" pitchFamily="34" charset="-122"/>
                <a:cs typeface="Times New Roman" panose="02020603050405020304" charset="0"/>
              </a:rPr>
              <a:t>】</a:t>
            </a:r>
            <a:r>
              <a:rPr lang="en-US" altLang="zh-CN" sz="1800" dirty="0">
                <a:latin typeface="Times New Roman" panose="02020603050405020304" charset="0"/>
                <a:ea typeface="微软雅黑" panose="020B0503020204020204" pitchFamily="34" charset="-122"/>
                <a:cs typeface="Times New Roman" panose="02020603050405020304" charset="0"/>
              </a:rPr>
              <a:t>,</a:t>
            </a:r>
            <a:r>
              <a:rPr lang="zh-CN" altLang="en-US" sz="1800" dirty="0">
                <a:latin typeface="Times New Roman" panose="02020603050405020304" charset="0"/>
                <a:ea typeface="微软雅黑" panose="020B0503020204020204" pitchFamily="34" charset="-122"/>
                <a:cs typeface="Times New Roman" panose="02020603050405020304" charset="0"/>
              </a:rPr>
              <a:t>单击“</a:t>
            </a:r>
            <a:r>
              <a:rPr lang="en-US" altLang="zh-CN" sz="1800" dirty="0">
                <a:latin typeface="Times New Roman" panose="02020603050405020304" charset="0"/>
                <a:ea typeface="微软雅黑" panose="020B0503020204020204" pitchFamily="34" charset="-122"/>
                <a:cs typeface="Times New Roman" panose="02020603050405020304" charset="0"/>
              </a:rPr>
              <a:t>Finish</a:t>
            </a:r>
            <a:r>
              <a:rPr lang="zh-CN" altLang="en-US" sz="1800" dirty="0">
                <a:latin typeface="Times New Roman" panose="02020603050405020304" charset="0"/>
                <a:ea typeface="微软雅黑" panose="020B0503020204020204" pitchFamily="34" charset="-122"/>
                <a:cs typeface="Times New Roman" panose="02020603050405020304" charset="0"/>
              </a:rPr>
              <a:t>”</a:t>
            </a:r>
            <a:r>
              <a:rPr lang="zh-CN" altLang="en-US" sz="1800" dirty="0">
                <a:latin typeface="Times New Roman" panose="02020603050405020304" charset="0"/>
                <a:ea typeface="微软雅黑" panose="020B0503020204020204" pitchFamily="34" charset="-122"/>
                <a:cs typeface="Times New Roman" panose="02020603050405020304" charset="0"/>
              </a:rPr>
              <a:t>选项进入 </a:t>
            </a: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rPr>
              <a:t>Your Devices</a:t>
            </a:r>
            <a:r>
              <a:rPr lang="zh-CN" altLang="en-US" sz="1800" dirty="0">
                <a:latin typeface="Times New Roman" panose="02020603050405020304" charset="0"/>
                <a:ea typeface="微软雅黑" panose="020B0503020204020204" pitchFamily="34" charset="-122"/>
                <a:cs typeface="Times New Roman" panose="02020603050405020304" charset="0"/>
              </a:rPr>
              <a:t>。</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04679"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4144645" y="2880995"/>
            <a:ext cx="5701665" cy="38049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12954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696270" y="3331405"/>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6" name="文本框 34"/>
          <p:cNvSpPr txBox="1"/>
          <p:nvPr/>
        </p:nvSpPr>
        <p:spPr>
          <a:xfrm>
            <a:off x="766971" y="195794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28" name="椭圆 27"/>
          <p:cNvSpPr/>
          <p:nvPr/>
        </p:nvSpPr>
        <p:spPr>
          <a:xfrm>
            <a:off x="2708972" y="349743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椭圆 28"/>
          <p:cNvSpPr/>
          <p:nvPr/>
        </p:nvSpPr>
        <p:spPr>
          <a:xfrm>
            <a:off x="2708972" y="479813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070563" y="879897"/>
            <a:ext cx="3868916"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创建模拟设备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506730"/>
          </a:xfrm>
          <a:prstGeom prst="rect">
            <a:avLst/>
          </a:prstGeom>
        </p:spPr>
        <p:txBody>
          <a:bodyPr wrap="square">
            <a:spAutoFit/>
          </a:bodyPr>
          <a:lstStyle/>
          <a:p>
            <a:pPr>
              <a:lnSpc>
                <a:spcPct val="150000"/>
              </a:lnSpc>
            </a:pPr>
            <a:r>
              <a:rPr lang="en-US" altLang="zh-CN"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Your Devices</a:t>
            </a:r>
            <a:r>
              <a:rPr lang="zh-CN" altLang="en-US" sz="1800" dirty="0">
                <a:solidFill>
                  <a:srgbClr val="0075CC"/>
                </a:solidFill>
                <a:latin typeface="Times New Roman" panose="02020603050405020304" charset="0"/>
                <a:ea typeface="微软雅黑" panose="020B0503020204020204" pitchFamily="34" charset="-122"/>
                <a:cs typeface="Times New Roman" panose="02020603050405020304" charset="0"/>
                <a:sym typeface="+mn-ea"/>
              </a:rPr>
              <a:t>页面</a:t>
            </a:r>
            <a:r>
              <a:rPr lang="zh-CN" altLang="en-US" sz="1800" dirty="0">
                <a:latin typeface="Times New Roman" panose="02020603050405020304" charset="0"/>
                <a:ea typeface="微软雅黑" panose="020B0503020204020204" pitchFamily="34" charset="-122"/>
                <a:cs typeface="Times New Roman" panose="02020603050405020304" charset="0"/>
                <a:sym typeface="+mn-ea"/>
              </a:rPr>
              <a:t>中会显示创建完成的模拟机</a:t>
            </a:r>
            <a:r>
              <a:rPr lang="zh-CN" altLang="en-US" sz="1800" dirty="0">
                <a:latin typeface="Times New Roman" panose="02020603050405020304" charset="0"/>
                <a:ea typeface="微软雅黑" panose="020B0503020204020204" pitchFamily="34" charset="-122"/>
                <a:cs typeface="Times New Roman" panose="02020603050405020304" charset="0"/>
              </a:rPr>
              <a:t>。</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04679" y="4599376"/>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3</a:t>
              </a:r>
              <a:endParaRPr lang="zh-CN" altLang="en-US" dirty="0">
                <a:solidFill>
                  <a:schemeClr val="bg1"/>
                </a:solidFill>
                <a:latin typeface="+mn-ea"/>
              </a:endParaRPr>
            </a:p>
          </p:txBody>
        </p:sp>
      </p:grpSp>
      <p:pic>
        <p:nvPicPr>
          <p:cNvPr id="4" name="图片 3"/>
          <p:cNvPicPr>
            <a:picLocks noChangeAspect="1"/>
          </p:cNvPicPr>
          <p:nvPr/>
        </p:nvPicPr>
        <p:blipFill>
          <a:blip r:embed="rId2"/>
          <a:stretch>
            <a:fillRect/>
          </a:stretch>
        </p:blipFill>
        <p:spPr>
          <a:xfrm>
            <a:off x="3802380" y="2099945"/>
            <a:ext cx="6788150" cy="45250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491535"/>
            <a:ext cx="0" cy="3810467"/>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459965"/>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762982" y="2288370"/>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4</a:t>
            </a:r>
            <a:endParaRPr lang="zh-CN" altLang="en-US" sz="2400" dirty="0">
              <a:latin typeface="+mn-ea"/>
            </a:endParaRPr>
          </a:p>
        </p:txBody>
      </p:sp>
      <p:sp>
        <p:nvSpPr>
          <p:cNvPr id="28" name="椭圆 27"/>
          <p:cNvSpPr/>
          <p:nvPr/>
        </p:nvSpPr>
        <p:spPr>
          <a:xfrm>
            <a:off x="2708972" y="4142268"/>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511545" y="879897"/>
            <a:ext cx="2887918"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打开模拟设备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2584450"/>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单击上一页图中的“启动”</a:t>
            </a:r>
            <a:r>
              <a:rPr lang="en-US" altLang="zh-CN" sz="1800" dirty="0">
                <a:latin typeface="Times New Roman" panose="02020603050405020304" charset="0"/>
                <a:ea typeface="微软雅黑" panose="020B0503020204020204" pitchFamily="34" charset="-122"/>
                <a:cs typeface="Times New Roman" panose="02020603050405020304" charset="0"/>
              </a:rPr>
              <a:t>  </a:t>
            </a:r>
            <a:r>
              <a:rPr lang="zh-CN" altLang="en-US" sz="1800" dirty="0">
                <a:latin typeface="Times New Roman" panose="02020603050405020304" charset="0"/>
                <a:ea typeface="微软雅黑" panose="020B0503020204020204" pitchFamily="34" charset="-122"/>
                <a:cs typeface="Times New Roman" panose="02020603050405020304" charset="0"/>
              </a:rPr>
              <a:t>按钮启动模拟器，启动</a:t>
            </a:r>
            <a:r>
              <a:rPr lang="zh-CN" altLang="en-US" sz="1800" dirty="0">
                <a:latin typeface="Times New Roman" panose="02020603050405020304" charset="0"/>
                <a:ea typeface="微软雅黑" panose="020B0503020204020204" pitchFamily="34" charset="-122"/>
                <a:cs typeface="Times New Roman" panose="02020603050405020304" charset="0"/>
              </a:rPr>
              <a:t>如出现如下图所示</a:t>
            </a:r>
            <a:r>
              <a:rPr lang="zh-CN" altLang="en-US" sz="1800" dirty="0">
                <a:latin typeface="Times New Roman" panose="02020603050405020304" charset="0"/>
                <a:ea typeface="微软雅黑" panose="020B0503020204020204" pitchFamily="34" charset="-122"/>
                <a:cs typeface="Times New Roman" panose="02020603050405020304" charset="0"/>
              </a:rPr>
              <a:t>错误。CPU支持虚拟化，打开控制面板 &gt; 程序 &gt; 程序与功能 &gt; 启动或关闭Windows功能，找到并勾选“Hyper-V”、“Windows虚拟机监控程序平台”、“虚拟机平台”，点击确定并重启电脑。若勾选后启动模拟器仍然提示该错误，需要以管理员权限打开命令行窗口并执行：`bcdedit /set hypervisorlaunchtype auto`并重启电脑。</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33364" y="3943507"/>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5</a:t>
              </a:r>
              <a:endParaRPr lang="zh-CN" altLang="en-US" dirty="0">
                <a:solidFill>
                  <a:schemeClr val="bg1"/>
                </a:solidFill>
                <a:latin typeface="+mn-ea"/>
              </a:endParaRPr>
            </a:p>
          </p:txBody>
        </p:sp>
      </p:gr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680" y="1696808"/>
            <a:ext cx="180975"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3"/>
          <a:stretch>
            <a:fillRect/>
          </a:stretch>
        </p:blipFill>
        <p:spPr>
          <a:xfrm>
            <a:off x="4582795" y="4140200"/>
            <a:ext cx="5200650" cy="23526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模拟器创建</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491535"/>
            <a:ext cx="0" cy="3810467"/>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459965"/>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5" name="文本框 32"/>
          <p:cNvSpPr txBox="1"/>
          <p:nvPr/>
        </p:nvSpPr>
        <p:spPr>
          <a:xfrm>
            <a:off x="762982" y="2288370"/>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4</a:t>
            </a:r>
            <a:endParaRPr lang="zh-CN" altLang="en-US" sz="2400" dirty="0">
              <a:latin typeface="+mn-ea"/>
            </a:endParaRPr>
          </a:p>
        </p:txBody>
      </p:sp>
      <p:sp>
        <p:nvSpPr>
          <p:cNvPr id="28" name="椭圆 27"/>
          <p:cNvSpPr/>
          <p:nvPr/>
        </p:nvSpPr>
        <p:spPr>
          <a:xfrm>
            <a:off x="2708972" y="4142268"/>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511545" y="879897"/>
            <a:ext cx="2887918"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打开模拟设备</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922020"/>
          </a:xfrm>
          <a:prstGeom prst="rect">
            <a:avLst/>
          </a:prstGeom>
        </p:spPr>
        <p:txBody>
          <a:bodyPr wrap="square">
            <a:spAutoFit/>
          </a:bodyPr>
          <a:lstStyle/>
          <a:p>
            <a:pPr>
              <a:lnSpc>
                <a:spcPct val="150000"/>
              </a:lnSpc>
            </a:pPr>
            <a:r>
              <a:rPr lang="zh-CN" altLang="en-US" sz="1800" dirty="0">
                <a:latin typeface="Times New Roman" panose="02020603050405020304" charset="0"/>
                <a:ea typeface="微软雅黑" panose="020B0503020204020204" pitchFamily="34" charset="-122"/>
                <a:cs typeface="Times New Roman" panose="02020603050405020304" charset="0"/>
              </a:rPr>
              <a:t>单击上一页图中的“启动”</a:t>
            </a:r>
            <a:r>
              <a:rPr lang="en-US" altLang="zh-CN" sz="1800" dirty="0">
                <a:latin typeface="Times New Roman" panose="02020603050405020304" charset="0"/>
                <a:ea typeface="微软雅黑" panose="020B0503020204020204" pitchFamily="34" charset="-122"/>
                <a:cs typeface="Times New Roman" panose="02020603050405020304" charset="0"/>
              </a:rPr>
              <a:t>  </a:t>
            </a:r>
            <a:r>
              <a:rPr lang="zh-CN" altLang="en-US" sz="1800" dirty="0">
                <a:latin typeface="Times New Roman" panose="02020603050405020304" charset="0"/>
                <a:ea typeface="微软雅黑" panose="020B0503020204020204" pitchFamily="34" charset="-122"/>
                <a:cs typeface="Times New Roman" panose="02020603050405020304" charset="0"/>
              </a:rPr>
              <a:t>按钮正常启动模拟器，启动完成后的</a:t>
            </a:r>
            <a:r>
              <a:rPr lang="en-US" altLang="zh-CN" sz="1800" dirty="0">
                <a:latin typeface="Times New Roman" panose="02020603050405020304" charset="0"/>
                <a:ea typeface="微软雅黑" panose="020B0503020204020204" pitchFamily="34" charset="-122"/>
                <a:cs typeface="Times New Roman" panose="02020603050405020304" charset="0"/>
              </a:rPr>
              <a:t>Harmony</a:t>
            </a:r>
            <a:r>
              <a:rPr lang="zh-CN" altLang="en-US" sz="1800" dirty="0">
                <a:latin typeface="Times New Roman" panose="02020603050405020304" charset="0"/>
                <a:ea typeface="微软雅黑" panose="020B0503020204020204" pitchFamily="34" charset="-122"/>
                <a:cs typeface="Times New Roman" panose="02020603050405020304" charset="0"/>
              </a:rPr>
              <a:t>模拟器界面。</a:t>
            </a:r>
            <a:endParaRPr lang="zh-CN" altLang="en-US" sz="1800" dirty="0">
              <a:latin typeface="Times New Roman" panose="02020603050405020304" charset="0"/>
              <a:ea typeface="微软雅黑" panose="020B0503020204020204" pitchFamily="34" charset="-122"/>
              <a:cs typeface="Times New Roman" panose="02020603050405020304" charset="0"/>
            </a:endParaRPr>
          </a:p>
        </p:txBody>
      </p:sp>
      <p:grpSp>
        <p:nvGrpSpPr>
          <p:cNvPr id="27" name="组合 26"/>
          <p:cNvGrpSpPr/>
          <p:nvPr/>
        </p:nvGrpSpPr>
        <p:grpSpPr>
          <a:xfrm>
            <a:off x="733364" y="3943507"/>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5</a:t>
              </a:r>
              <a:endParaRPr lang="zh-CN" altLang="en-US" dirty="0">
                <a:solidFill>
                  <a:schemeClr val="bg1"/>
                </a:solidFill>
                <a:latin typeface="+mn-ea"/>
              </a:endParaRPr>
            </a:p>
          </p:txBody>
        </p:sp>
      </p:gr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680" y="1696808"/>
            <a:ext cx="180975"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3"/>
          <a:stretch>
            <a:fillRect/>
          </a:stretch>
        </p:blipFill>
        <p:spPr>
          <a:xfrm>
            <a:off x="5159375" y="2061845"/>
            <a:ext cx="2587625" cy="43319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ea"/>
              </a:rPr>
              <a:t>OpenHarmony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6" name="文本框 34"/>
          <p:cNvSpPr txBox="1"/>
          <p:nvPr/>
        </p:nvSpPr>
        <p:spPr>
          <a:xfrm>
            <a:off x="837673" y="404338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224387" y="901300"/>
            <a:ext cx="3561267"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版本</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142693" y="1382073"/>
            <a:ext cx="7847534" cy="922020"/>
          </a:xfrm>
          <a:prstGeom prst="rect">
            <a:avLst/>
          </a:prstGeom>
        </p:spPr>
        <p:txBody>
          <a:bodyPr wrap="square">
            <a:spAutoFit/>
          </a:bodyPr>
          <a:lstStyle/>
          <a:p>
            <a:pPr>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打开</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DevEco Studio</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sz="1800" dirty="0">
                <a:ea typeface="微软雅黑" panose="020B0503020204020204" pitchFamily="34" charset="-122"/>
              </a:rPr>
              <a:t>通过菜单栏点击“文件” &gt; “设置”</a:t>
            </a:r>
            <a:r>
              <a:rPr lang="zh-CN" sz="1800" dirty="0">
                <a:ea typeface="微软雅黑" panose="020B0503020204020204" pitchFamily="34" charset="-122"/>
              </a:rPr>
              <a:t>，找到并点击“SDK和工具”选项，依次选择保存路径，执行下图所示</a:t>
            </a:r>
            <a:r>
              <a:rPr lang="en-US" altLang="zh-CN" sz="1800" dirty="0">
                <a:ea typeface="微软雅黑" panose="020B0503020204020204" pitchFamily="34" charset="-122"/>
              </a:rPr>
              <a:t>“Next”</a:t>
            </a:r>
            <a:r>
              <a:rPr lang="zh-CN" altLang="en-US" sz="1800" dirty="0">
                <a:ea typeface="微软雅黑" panose="020B0503020204020204" pitchFamily="34" charset="-122"/>
              </a:rPr>
              <a:t>选项</a:t>
            </a:r>
            <a:r>
              <a:rPr lang="zh-CN" sz="1800" dirty="0">
                <a:ea typeface="微软雅黑" panose="020B0503020204020204" pitchFamily="34" charset="-122"/>
              </a:rPr>
              <a:t>。</a:t>
            </a:r>
            <a:endParaRPr lang="zh-CN" sz="1800" dirty="0">
              <a:ea typeface="微软雅黑" panose="020B0503020204020204" pitchFamily="34" charset="-122"/>
            </a:endParaRPr>
          </a:p>
        </p:txBody>
      </p:sp>
      <p:grpSp>
        <p:nvGrpSpPr>
          <p:cNvPr id="27" name="组合 26"/>
          <p:cNvGrpSpPr/>
          <p:nvPr/>
        </p:nvGrpSpPr>
        <p:grpSpPr>
          <a:xfrm>
            <a:off x="837672" y="2426012"/>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1</a:t>
              </a:r>
              <a:endParaRPr lang="zh-CN" altLang="en-US" dirty="0">
                <a:solidFill>
                  <a:schemeClr val="bg1"/>
                </a:solidFill>
                <a:latin typeface="+mn-ea"/>
              </a:endParaRPr>
            </a:p>
          </p:txBody>
        </p:sp>
      </p:grp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3765" y="1629533"/>
            <a:ext cx="246885" cy="216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3"/>
          <a:stretch>
            <a:fillRect/>
          </a:stretch>
        </p:blipFill>
        <p:spPr>
          <a:xfrm>
            <a:off x="4438650" y="2425700"/>
            <a:ext cx="6090285" cy="40995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ea"/>
              </a:rPr>
              <a:t>OpenHarmony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6" name="文本框 34"/>
          <p:cNvSpPr txBox="1"/>
          <p:nvPr/>
        </p:nvSpPr>
        <p:spPr>
          <a:xfrm>
            <a:off x="837673" y="404338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28" name="椭圆 27"/>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1" name="1"/>
          <p:cNvSpPr txBox="1"/>
          <p:nvPr>
            <p:custDataLst>
              <p:tags r:id="rId1"/>
            </p:custDataLst>
          </p:nvPr>
        </p:nvSpPr>
        <p:spPr>
          <a:xfrm>
            <a:off x="5224387" y="901300"/>
            <a:ext cx="3561267"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版本</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142693" y="1382073"/>
            <a:ext cx="7847534" cy="922020"/>
          </a:xfrm>
          <a:prstGeom prst="rect">
            <a:avLst/>
          </a:prstGeom>
        </p:spPr>
        <p:txBody>
          <a:bodyPr wrap="square">
            <a:spAutoFit/>
          </a:bodyPr>
          <a:lstStyle/>
          <a:p>
            <a:pPr>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打开</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DevEco Studio</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sz="1800" dirty="0">
                <a:ea typeface="微软雅黑" panose="020B0503020204020204" pitchFamily="34" charset="-122"/>
              </a:rPr>
              <a:t>通过菜单栏点击“文件” &gt; “设置”</a:t>
            </a:r>
            <a:r>
              <a:rPr lang="zh-CN" sz="1800" dirty="0">
                <a:ea typeface="微软雅黑" panose="020B0503020204020204" pitchFamily="34" charset="-122"/>
              </a:rPr>
              <a:t>，找到并点击“SDK和工具”选项，依次执行下图</a:t>
            </a:r>
            <a:r>
              <a:rPr lang="en-US" altLang="zh-CN" sz="1800" dirty="0">
                <a:ea typeface="微软雅黑" panose="020B0503020204020204" pitchFamily="34" charset="-122"/>
                <a:sym typeface="+mn-ea"/>
              </a:rPr>
              <a:t>“Next”</a:t>
            </a:r>
            <a:r>
              <a:rPr lang="zh-CN" altLang="en-US" sz="1800" dirty="0">
                <a:ea typeface="微软雅黑" panose="020B0503020204020204" pitchFamily="34" charset="-122"/>
                <a:sym typeface="+mn-ea"/>
              </a:rPr>
              <a:t>选项。</a:t>
            </a:r>
            <a:endParaRPr lang="zh-CN" sz="1800" dirty="0">
              <a:ea typeface="微软雅黑" panose="020B0503020204020204" pitchFamily="34" charset="-122"/>
            </a:endParaRPr>
          </a:p>
        </p:txBody>
      </p:sp>
      <p:grpSp>
        <p:nvGrpSpPr>
          <p:cNvPr id="27" name="组合 26"/>
          <p:cNvGrpSpPr/>
          <p:nvPr/>
        </p:nvGrpSpPr>
        <p:grpSpPr>
          <a:xfrm>
            <a:off x="837672" y="2426012"/>
            <a:ext cx="1697534" cy="515997"/>
            <a:chOff x="-2086" y="2141478"/>
            <a:chExt cx="1697534" cy="515997"/>
          </a:xfrm>
        </p:grpSpPr>
        <p:sp>
          <p:nvSpPr>
            <p:cNvPr id="3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1</a:t>
              </a:r>
              <a:endParaRPr lang="zh-CN" altLang="en-US" dirty="0">
                <a:solidFill>
                  <a:schemeClr val="bg1"/>
                </a:solidFill>
                <a:latin typeface="+mn-ea"/>
              </a:endParaRPr>
            </a:p>
          </p:txBody>
        </p:sp>
      </p:grp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3765" y="1629533"/>
            <a:ext cx="246885" cy="216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3"/>
          <a:stretch>
            <a:fillRect/>
          </a:stretch>
        </p:blipFill>
        <p:spPr>
          <a:xfrm>
            <a:off x="4654550" y="2349500"/>
            <a:ext cx="6046470" cy="40697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版本</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922020"/>
          </a:xfrm>
          <a:prstGeom prst="rect">
            <a:avLst/>
          </a:prstGeom>
        </p:spPr>
        <p:txBody>
          <a:bodyPr wrap="square">
            <a:spAutoFit/>
          </a:bodyPr>
          <a:lstStyle/>
          <a:p>
            <a:pPr>
              <a:lnSpc>
                <a:spcPct val="15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SDK Platforms</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选项卡下选择</a:t>
            </a:r>
            <a:r>
              <a:rPr lang="en-US" altLang="zh-CN" sz="1800" b="1" dirty="0">
                <a:solidFill>
                  <a:srgbClr val="595959"/>
                </a:solidFill>
                <a:latin typeface="微软雅黑" panose="020B0503020204020204" pitchFamily="34" charset="-122"/>
                <a:ea typeface="微软雅黑" panose="020B0503020204020204" pitchFamily="34" charset="-122"/>
                <a:cs typeface="+mn-ea"/>
                <a:sym typeface="+mn-ea"/>
              </a:rPr>
              <a:t>OpenHarmony SDK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条目，单击图中的</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Accpect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选项</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确认安装</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SDK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组件，如下图所示。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 name="文本框 34"/>
          <p:cNvSpPr txBox="1"/>
          <p:nvPr/>
        </p:nvSpPr>
        <p:spPr>
          <a:xfrm>
            <a:off x="837673" y="404338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6" name="椭圆 5"/>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7" name="组合 6"/>
          <p:cNvGrpSpPr/>
          <p:nvPr/>
        </p:nvGrpSpPr>
        <p:grpSpPr>
          <a:xfrm>
            <a:off x="837672" y="2426012"/>
            <a:ext cx="1697534" cy="515997"/>
            <a:chOff x="-2086" y="2141478"/>
            <a:chExt cx="1697534" cy="515997"/>
          </a:xfrm>
        </p:grpSpPr>
        <p:sp>
          <p:nvSpPr>
            <p:cNvPr id="8"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9"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1</a:t>
              </a:r>
              <a:endParaRPr lang="zh-CN" altLang="en-US" dirty="0">
                <a:solidFill>
                  <a:schemeClr val="bg1"/>
                </a:solidFill>
                <a:latin typeface="+mn-ea"/>
              </a:endParaRPr>
            </a:p>
          </p:txBody>
        </p:sp>
      </p:grpSp>
      <p:pic>
        <p:nvPicPr>
          <p:cNvPr id="10" name="图片 9"/>
          <p:cNvPicPr>
            <a:picLocks noChangeAspect="1"/>
          </p:cNvPicPr>
          <p:nvPr/>
        </p:nvPicPr>
        <p:blipFill>
          <a:blip r:embed="rId2"/>
          <a:stretch>
            <a:fillRect/>
          </a:stretch>
        </p:blipFill>
        <p:spPr>
          <a:xfrm>
            <a:off x="4582795" y="2477770"/>
            <a:ext cx="6069965" cy="40855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版本</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922020"/>
          </a:xfrm>
          <a:prstGeom prst="rect">
            <a:avLst/>
          </a:prstGeom>
        </p:spPr>
        <p:txBody>
          <a:bodyPr wrap="square">
            <a:spAutoFit/>
          </a:bodyPr>
          <a:lstStyle/>
          <a:p>
            <a:pPr>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rPr>
              <a:t>单击</a:t>
            </a:r>
            <a:r>
              <a:rPr lang="zh-CN" sz="1800" dirty="0">
                <a:latin typeface="微软雅黑" panose="020B0503020204020204" pitchFamily="34" charset="-122"/>
                <a:ea typeface="微软雅黑" panose="020B0503020204020204" pitchFamily="34" charset="-122"/>
                <a:cs typeface="微软雅黑" panose="020B0503020204020204" pitchFamily="34" charset="-122"/>
              </a:rPr>
              <a:t>上一页</a:t>
            </a:r>
            <a:r>
              <a:rPr sz="1800" dirty="0">
                <a:latin typeface="微软雅黑" panose="020B0503020204020204" pitchFamily="34" charset="-122"/>
                <a:ea typeface="微软雅黑" panose="020B0503020204020204" pitchFamily="34" charset="-122"/>
                <a:cs typeface="微软雅黑" panose="020B0503020204020204" pitchFamily="34" charset="-122"/>
              </a:rPr>
              <a:t>图中的“</a:t>
            </a:r>
            <a:r>
              <a:rPr lang="en-US" sz="1800" dirty="0">
                <a:latin typeface="微软雅黑" panose="020B0503020204020204" pitchFamily="34" charset="-122"/>
                <a:ea typeface="微软雅黑" panose="020B0503020204020204" pitchFamily="34" charset="-122"/>
                <a:cs typeface="微软雅黑" panose="020B0503020204020204" pitchFamily="34" charset="-122"/>
              </a:rPr>
              <a:t>next</a:t>
            </a:r>
            <a:r>
              <a:rPr sz="1800" dirty="0">
                <a:latin typeface="微软雅黑" panose="020B0503020204020204" pitchFamily="34" charset="-122"/>
                <a:ea typeface="微软雅黑" panose="020B0503020204020204" pitchFamily="34" charset="-122"/>
                <a:cs typeface="微软雅黑" panose="020B0503020204020204" pitchFamily="34" charset="-122"/>
              </a:rPr>
              <a:t>”按钮，进入</a:t>
            </a:r>
            <a:r>
              <a:rPr lang="en-US" sz="18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Downloading</a:t>
            </a:r>
            <a:r>
              <a:rPr sz="18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8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Components</a:t>
            </a:r>
            <a:r>
              <a:rPr sz="18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下载页面</a:t>
            </a:r>
            <a:r>
              <a:rPr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文本框 34"/>
          <p:cNvSpPr txBox="1"/>
          <p:nvPr/>
        </p:nvSpPr>
        <p:spPr>
          <a:xfrm>
            <a:off x="837673" y="404338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7" name="椭圆 6"/>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8" name="组合 7"/>
          <p:cNvGrpSpPr/>
          <p:nvPr/>
        </p:nvGrpSpPr>
        <p:grpSpPr>
          <a:xfrm>
            <a:off x="837672" y="2426012"/>
            <a:ext cx="1697534" cy="515997"/>
            <a:chOff x="-2086" y="2141478"/>
            <a:chExt cx="1697534" cy="515997"/>
          </a:xfrm>
        </p:grpSpPr>
        <p:sp>
          <p:nvSpPr>
            <p:cNvPr id="9"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0"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1</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5014595" y="2133600"/>
            <a:ext cx="6529705" cy="43948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166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版本</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208" y="1485578"/>
            <a:ext cx="7847534" cy="506730"/>
          </a:xfrm>
          <a:prstGeom prst="rect">
            <a:avLst/>
          </a:prstGeom>
        </p:spPr>
        <p:txBody>
          <a:bodyPr wrap="square">
            <a:spAutoFit/>
          </a:bodyPr>
          <a:lstStyle/>
          <a:p>
            <a:pPr>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rPr>
              <a:t>下载完成后的Component Installer页面</a:t>
            </a:r>
            <a:r>
              <a:rPr 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 name="文本框 34"/>
          <p:cNvSpPr txBox="1"/>
          <p:nvPr/>
        </p:nvSpPr>
        <p:spPr>
          <a:xfrm>
            <a:off x="837673" y="4043387"/>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6" name="椭圆 5"/>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7" name="组合 6"/>
          <p:cNvGrpSpPr/>
          <p:nvPr/>
        </p:nvGrpSpPr>
        <p:grpSpPr>
          <a:xfrm>
            <a:off x="837672" y="2426012"/>
            <a:ext cx="1697534" cy="515997"/>
            <a:chOff x="-2086" y="2141478"/>
            <a:chExt cx="1697534" cy="515997"/>
          </a:xfrm>
        </p:grpSpPr>
        <p:sp>
          <p:nvSpPr>
            <p:cNvPr id="8"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9" name="文本框 30"/>
            <p:cNvSpPr txBox="1"/>
            <p:nvPr/>
          </p:nvSpPr>
          <p:spPr>
            <a:xfrm>
              <a:off x="-2086" y="2168643"/>
              <a:ext cx="1490650" cy="46166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1</a:t>
              </a:r>
              <a:endParaRPr lang="zh-CN" altLang="en-US" dirty="0">
                <a:solidFill>
                  <a:schemeClr val="bg1"/>
                </a:solidFill>
                <a:latin typeface="+mn-ea"/>
              </a:endParaRPr>
            </a:p>
          </p:txBody>
        </p:sp>
      </p:grpSp>
      <p:pic>
        <p:nvPicPr>
          <p:cNvPr id="10" name="图片 9"/>
          <p:cNvPicPr>
            <a:picLocks noChangeAspect="1"/>
          </p:cNvPicPr>
          <p:nvPr/>
        </p:nvPicPr>
        <p:blipFill>
          <a:blip r:embed="rId2"/>
          <a:stretch>
            <a:fillRect/>
          </a:stretch>
        </p:blipFill>
        <p:spPr>
          <a:xfrm>
            <a:off x="4726940" y="2277745"/>
            <a:ext cx="5714365" cy="412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选择使用</a:t>
            </a:r>
            <a:r>
              <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SDK</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版本</a:t>
            </a:r>
            <a:endParaRPr lang="en-US" altLang="zh-CN"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130" y="1485265"/>
            <a:ext cx="8495682" cy="922020"/>
          </a:xfrm>
          <a:prstGeom prst="rect">
            <a:avLst/>
          </a:prstGeom>
        </p:spPr>
        <p:txBody>
          <a:bodyPr wrap="square">
            <a:spAutoFit/>
          </a:bodyPr>
          <a:lstStyle/>
          <a:p>
            <a:pPr>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rPr>
              <a:t>在</a:t>
            </a:r>
            <a:r>
              <a:rPr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Settings窗口</a:t>
            </a:r>
            <a:r>
              <a:rPr sz="1800" dirty="0">
                <a:latin typeface="微软雅黑" panose="020B0503020204020204" pitchFamily="34" charset="-122"/>
                <a:ea typeface="微软雅黑" panose="020B0503020204020204" pitchFamily="34" charset="-122"/>
                <a:cs typeface="微软雅黑" panose="020B0503020204020204" pitchFamily="34" charset="-122"/>
              </a:rPr>
              <a:t>中的</a:t>
            </a:r>
            <a:r>
              <a:rPr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OpenHarmony SDK</a:t>
            </a:r>
            <a:r>
              <a:rPr sz="1800" dirty="0">
                <a:latin typeface="微软雅黑" panose="020B0503020204020204" pitchFamily="34" charset="-122"/>
                <a:ea typeface="微软雅黑" panose="020B0503020204020204" pitchFamily="34" charset="-122"/>
                <a:cs typeface="微软雅黑" panose="020B0503020204020204" pitchFamily="34" charset="-122"/>
              </a:rPr>
              <a:t>选项卡下，勾选</a:t>
            </a:r>
            <a:r>
              <a:rPr lang="en-US" sz="1800" dirty="0">
                <a:latin typeface="微软雅黑" panose="020B0503020204020204" pitchFamily="34" charset="-122"/>
                <a:ea typeface="微软雅黑" panose="020B0503020204020204" pitchFamily="34" charset="-122"/>
                <a:cs typeface="微软雅黑" panose="020B0503020204020204" pitchFamily="34" charset="-122"/>
              </a:rPr>
              <a:t>API Version 14</a:t>
            </a:r>
            <a:r>
              <a:rPr sz="1800" dirty="0">
                <a:latin typeface="微软雅黑" panose="020B0503020204020204" pitchFamily="34" charset="-122"/>
                <a:ea typeface="微软雅黑" panose="020B0503020204020204" pitchFamily="34" charset="-122"/>
                <a:cs typeface="微软雅黑" panose="020B0503020204020204" pitchFamily="34" charset="-122"/>
              </a:rPr>
              <a:t>选项，</a:t>
            </a:r>
            <a:r>
              <a:rPr lang="zh-CN" sz="1800" dirty="0">
                <a:latin typeface="微软雅黑" panose="020B0503020204020204" pitchFamily="34" charset="-122"/>
                <a:ea typeface="微软雅黑" panose="020B0503020204020204" pitchFamily="34" charset="-122"/>
                <a:cs typeface="微软雅黑" panose="020B0503020204020204" pitchFamily="34" charset="-122"/>
              </a:rPr>
              <a:t>点击</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OK”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文本框 34"/>
          <p:cNvSpPr txBox="1"/>
          <p:nvPr/>
        </p:nvSpPr>
        <p:spPr>
          <a:xfrm>
            <a:off x="816718" y="2459697"/>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7" name="椭圆 6"/>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8" name="组合 7"/>
          <p:cNvGrpSpPr/>
          <p:nvPr/>
        </p:nvGrpSpPr>
        <p:grpSpPr>
          <a:xfrm>
            <a:off x="817987" y="4016687"/>
            <a:ext cx="1697534" cy="515997"/>
            <a:chOff x="-2086" y="2141478"/>
            <a:chExt cx="1697534" cy="515997"/>
          </a:xfrm>
        </p:grpSpPr>
        <p:sp>
          <p:nvSpPr>
            <p:cNvPr id="9"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0" name="文本框 30"/>
            <p:cNvSpPr txBox="1"/>
            <p:nvPr/>
          </p:nvSpPr>
          <p:spPr>
            <a:xfrm>
              <a:off x="-2086" y="2168643"/>
              <a:ext cx="1490650" cy="46037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3" name="图片 2"/>
          <p:cNvPicPr>
            <a:picLocks noChangeAspect="1"/>
          </p:cNvPicPr>
          <p:nvPr/>
        </p:nvPicPr>
        <p:blipFill>
          <a:blip r:embed="rId2"/>
          <a:stretch>
            <a:fillRect/>
          </a:stretch>
        </p:blipFill>
        <p:spPr>
          <a:xfrm>
            <a:off x="4439285" y="2421890"/>
            <a:ext cx="5714365" cy="412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Tools</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工具</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130" y="1485265"/>
            <a:ext cx="8437245" cy="1337945"/>
          </a:xfrm>
          <a:prstGeom prst="rect">
            <a:avLst/>
          </a:prstGeom>
        </p:spPr>
        <p:txBody>
          <a:bodyPr wrap="square">
            <a:spAutoFit/>
          </a:bodyPr>
          <a:lstStyle/>
          <a:p>
            <a:pPr>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rPr>
              <a:t>接着勾选Default Settings窗口右下角的Show Package Details选项，会打开Harmony与Android SDK Build-Tools中的SDK版本列表信息，在列表中勾选27.0.0条目，单击“OK”按钮会弹出</a:t>
            </a:r>
            <a:r>
              <a:rPr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Confirm Change窗口</a:t>
            </a:r>
            <a:r>
              <a:rPr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图片5"/>
          <p:cNvPicPr>
            <a:picLocks noChangeAspect="1"/>
          </p:cNvPicPr>
          <p:nvPr/>
        </p:nvPicPr>
        <p:blipFill>
          <a:blip r:embed="rId2"/>
          <a:stretch>
            <a:fillRect/>
          </a:stretch>
        </p:blipFill>
        <p:spPr>
          <a:xfrm>
            <a:off x="4438650" y="3213735"/>
            <a:ext cx="5150485" cy="2030095"/>
          </a:xfrm>
          <a:prstGeom prst="rect">
            <a:avLst/>
          </a:prstGeom>
        </p:spPr>
      </p:pic>
      <p:cxnSp>
        <p:nvCxnSpPr>
          <p:cNvPr id="4"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文本框 34"/>
          <p:cNvSpPr txBox="1"/>
          <p:nvPr/>
        </p:nvSpPr>
        <p:spPr>
          <a:xfrm>
            <a:off x="816718" y="2459697"/>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7" name="椭圆 6"/>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8" name="组合 7"/>
          <p:cNvGrpSpPr/>
          <p:nvPr/>
        </p:nvGrpSpPr>
        <p:grpSpPr>
          <a:xfrm>
            <a:off x="817987" y="4016687"/>
            <a:ext cx="1697534" cy="515997"/>
            <a:chOff x="-2086" y="2141478"/>
            <a:chExt cx="1697534" cy="515997"/>
          </a:xfrm>
        </p:grpSpPr>
        <p:sp>
          <p:nvSpPr>
            <p:cNvPr id="9"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0" name="文本框 30"/>
            <p:cNvSpPr txBox="1"/>
            <p:nvPr/>
          </p:nvSpPr>
          <p:spPr>
            <a:xfrm>
              <a:off x="-2086" y="2168643"/>
              <a:ext cx="1490650" cy="46037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Tools</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工具</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130" y="1485265"/>
            <a:ext cx="8437245" cy="506730"/>
          </a:xfrm>
          <a:prstGeom prst="rect">
            <a:avLst/>
          </a:prstGeom>
        </p:spPr>
        <p:txBody>
          <a:bodyPr wrap="square">
            <a:spAutoFit/>
          </a:bodyPr>
          <a:lstStyle/>
          <a:p>
            <a:pPr>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rPr>
              <a:t>单击</a:t>
            </a:r>
            <a:r>
              <a:rPr lang="zh-CN" sz="1800" dirty="0">
                <a:latin typeface="微软雅黑" panose="020B0503020204020204" pitchFamily="34" charset="-122"/>
                <a:ea typeface="微软雅黑" panose="020B0503020204020204" pitchFamily="34" charset="-122"/>
                <a:cs typeface="微软雅黑" panose="020B0503020204020204" pitchFamily="34" charset="-122"/>
              </a:rPr>
              <a:t>上一页</a:t>
            </a:r>
            <a:r>
              <a:rPr sz="1800" dirty="0">
                <a:latin typeface="微软雅黑" panose="020B0503020204020204" pitchFamily="34" charset="-122"/>
                <a:ea typeface="微软雅黑" panose="020B0503020204020204" pitchFamily="34" charset="-122"/>
                <a:cs typeface="微软雅黑" panose="020B0503020204020204" pitchFamily="34" charset="-122"/>
              </a:rPr>
              <a:t>图中的“OK”按钮进入</a:t>
            </a:r>
            <a:r>
              <a:rPr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Component Installer下载页面</a:t>
            </a:r>
            <a:r>
              <a:rPr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图片6"/>
          <p:cNvPicPr>
            <a:picLocks noChangeAspect="1"/>
          </p:cNvPicPr>
          <p:nvPr/>
        </p:nvPicPr>
        <p:blipFill>
          <a:blip r:embed="rId2"/>
          <a:stretch>
            <a:fillRect/>
          </a:stretch>
        </p:blipFill>
        <p:spPr>
          <a:xfrm>
            <a:off x="4582795" y="2072640"/>
            <a:ext cx="5213350" cy="4395470"/>
          </a:xfrm>
          <a:prstGeom prst="rect">
            <a:avLst/>
          </a:prstGeom>
        </p:spPr>
      </p:pic>
      <p:cxnSp>
        <p:nvCxnSpPr>
          <p:cNvPr id="5"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文本框 34"/>
          <p:cNvSpPr txBox="1"/>
          <p:nvPr/>
        </p:nvSpPr>
        <p:spPr>
          <a:xfrm>
            <a:off x="816718" y="2459697"/>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8" name="椭圆 7"/>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9" name="组合 8"/>
          <p:cNvGrpSpPr/>
          <p:nvPr/>
        </p:nvGrpSpPr>
        <p:grpSpPr>
          <a:xfrm>
            <a:off x="817987" y="4016687"/>
            <a:ext cx="1697534" cy="515997"/>
            <a:chOff x="-2086" y="2141478"/>
            <a:chExt cx="1697534" cy="515997"/>
          </a:xfrm>
        </p:grpSpPr>
        <p:sp>
          <p:nvSpPr>
            <p:cNvPr id="1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文本框 30"/>
            <p:cNvSpPr txBox="1"/>
            <p:nvPr/>
          </p:nvSpPr>
          <p:spPr>
            <a:xfrm>
              <a:off x="-2086" y="2168643"/>
              <a:ext cx="1490650" cy="46037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145630" y="266933"/>
            <a:ext cx="7591969" cy="505969"/>
          </a:xfrm>
          <a:prstGeom prst="rect">
            <a:avLst/>
          </a:prstGeom>
        </p:spPr>
        <p:txBody>
          <a:bodyPr lIns="0" tIns="60944" rIns="0" bIns="6094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DevEco Studio</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中下载</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SDK</a:t>
            </a:r>
            <a:endParaRPr lang="zh-CN" altLang="en-GB"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1"/>
          <p:cNvSpPr txBox="1"/>
          <p:nvPr>
            <p:custDataLst>
              <p:tags r:id="rId1"/>
            </p:custDataLst>
          </p:nvPr>
        </p:nvSpPr>
        <p:spPr>
          <a:xfrm>
            <a:off x="5224387" y="901300"/>
            <a:ext cx="3561267" cy="460375"/>
          </a:xfrm>
          <a:prstGeom prst="rect">
            <a:avLst/>
          </a:prstGeom>
          <a:noFill/>
          <a:ln>
            <a:noFill/>
          </a:ln>
        </p:spPr>
        <p:txBody>
          <a:bodyPr wrap="square" rtlCol="0">
            <a:spAutoFit/>
          </a:bodyPr>
          <a:lstStyle/>
          <a:p>
            <a:pPr algn="ctr" defTabSz="457200">
              <a:defRPr/>
            </a:pP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下载</a:t>
            </a:r>
            <a:r>
              <a:rPr 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Tools</a:t>
            </a:r>
            <a:r>
              <a:rPr lang="zh-CN" altLang="en-US"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工具</a:t>
            </a:r>
            <a:endParaRPr kumimoji="0" lang="zh-CN" altLang="en-US"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32" name="组合 31"/>
          <p:cNvGrpSpPr/>
          <p:nvPr/>
        </p:nvGrpSpPr>
        <p:grpSpPr>
          <a:xfrm>
            <a:off x="5564861" y="1367851"/>
            <a:ext cx="2834601" cy="59733"/>
            <a:chOff x="5367867" y="3086569"/>
            <a:chExt cx="2834601" cy="59733"/>
          </a:xfrm>
        </p:grpSpPr>
        <p:cxnSp>
          <p:nvCxnSpPr>
            <p:cNvPr id="33" name="直线连接符 8"/>
            <p:cNvCxnSpPr/>
            <p:nvPr/>
          </p:nvCxnSpPr>
          <p:spPr>
            <a:xfrm>
              <a:off x="5413586" y="3123298"/>
              <a:ext cx="2788882" cy="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156749" y="3086569"/>
              <a:ext cx="45719" cy="468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8" name="矩形 37"/>
          <p:cNvSpPr/>
          <p:nvPr/>
        </p:nvSpPr>
        <p:spPr>
          <a:xfrm>
            <a:off x="3072130" y="1485265"/>
            <a:ext cx="8437245" cy="922020"/>
          </a:xfrm>
          <a:prstGeom prst="rect">
            <a:avLst/>
          </a:prstGeom>
        </p:spPr>
        <p:txBody>
          <a:bodyPr wrap="square">
            <a:spAutoFit/>
          </a:bodyPr>
          <a:lstStyle/>
          <a:p>
            <a:pPr>
              <a:lnSpc>
                <a:spcPct val="150000"/>
              </a:lnSpc>
            </a:pPr>
            <a:r>
              <a:rPr sz="1800" dirty="0">
                <a:latin typeface="微软雅黑" panose="020B0503020204020204" pitchFamily="34" charset="-122"/>
                <a:ea typeface="微软雅黑" panose="020B0503020204020204" pitchFamily="34" charset="-122"/>
                <a:cs typeface="微软雅黑" panose="020B0503020204020204" pitchFamily="34" charset="-122"/>
              </a:rPr>
              <a:t>一段时间之后，</a:t>
            </a:r>
            <a:r>
              <a:rPr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SDK下载完成</a:t>
            </a:r>
            <a:r>
              <a:rPr sz="1800" dirty="0">
                <a:latin typeface="微软雅黑" panose="020B0503020204020204" pitchFamily="34" charset="-122"/>
                <a:ea typeface="微软雅黑" panose="020B0503020204020204" pitchFamily="34" charset="-122"/>
                <a:cs typeface="微软雅黑" panose="020B0503020204020204" pitchFamily="34" charset="-122"/>
              </a:rPr>
              <a:t>，Component Installer下载完成页面的显示</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如下图所示。</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27"/>
          <p:cNvCxnSpPr/>
          <p:nvPr/>
        </p:nvCxnSpPr>
        <p:spPr>
          <a:xfrm>
            <a:off x="2768211" y="1275511"/>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2708972" y="2631827"/>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文本框 34"/>
          <p:cNvSpPr txBox="1"/>
          <p:nvPr/>
        </p:nvSpPr>
        <p:spPr>
          <a:xfrm>
            <a:off x="816718" y="2459697"/>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8" name="椭圆 7"/>
          <p:cNvSpPr/>
          <p:nvPr/>
        </p:nvSpPr>
        <p:spPr>
          <a:xfrm>
            <a:off x="2708972" y="4214982"/>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9" name="组合 8"/>
          <p:cNvGrpSpPr/>
          <p:nvPr/>
        </p:nvGrpSpPr>
        <p:grpSpPr>
          <a:xfrm>
            <a:off x="817987" y="4016687"/>
            <a:ext cx="1697534" cy="515997"/>
            <a:chOff x="-2086" y="2141478"/>
            <a:chExt cx="1697534" cy="515997"/>
          </a:xfrm>
        </p:grpSpPr>
        <p:sp>
          <p:nvSpPr>
            <p:cNvPr id="10"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文本框 30"/>
            <p:cNvSpPr txBox="1"/>
            <p:nvPr/>
          </p:nvSpPr>
          <p:spPr>
            <a:xfrm>
              <a:off x="-2086" y="2168643"/>
              <a:ext cx="1490650" cy="460375"/>
            </a:xfrm>
            <a:prstGeom prst="rect">
              <a:avLst/>
            </a:prstGeom>
            <a:noFill/>
          </p:spPr>
          <p:txBody>
            <a:bodyPr wrap="square" rtlCol="0">
              <a:spAutoFit/>
            </a:bodyPr>
            <a:lstStyle/>
            <a:p>
              <a:pPr algn="ctr"/>
              <a:r>
                <a:rPr lang="zh-CN" altLang="en-US" dirty="0">
                  <a:solidFill>
                    <a:schemeClr val="bg1"/>
                  </a:solidFill>
                  <a:latin typeface="+mn-ea"/>
                </a:rPr>
                <a:t>步骤</a:t>
              </a:r>
              <a:r>
                <a:rPr lang="en-US" altLang="zh-CN" dirty="0">
                  <a:solidFill>
                    <a:schemeClr val="bg1"/>
                  </a:solidFill>
                  <a:latin typeface="+mn-ea"/>
                </a:rPr>
                <a:t>2</a:t>
              </a:r>
              <a:endParaRPr lang="zh-CN" altLang="en-US" dirty="0">
                <a:solidFill>
                  <a:schemeClr val="bg1"/>
                </a:solidFill>
                <a:latin typeface="+mn-ea"/>
              </a:endParaRPr>
            </a:p>
          </p:txBody>
        </p:sp>
      </p:grpSp>
      <p:pic>
        <p:nvPicPr>
          <p:cNvPr id="2" name="图片 1" descr="图片7"/>
          <p:cNvPicPr>
            <a:picLocks noChangeAspect="1"/>
          </p:cNvPicPr>
          <p:nvPr/>
        </p:nvPicPr>
        <p:blipFill>
          <a:blip r:embed="rId2"/>
          <a:stretch>
            <a:fillRect/>
          </a:stretch>
        </p:blipFill>
        <p:spPr>
          <a:xfrm>
            <a:off x="4366895" y="2061210"/>
            <a:ext cx="5466080" cy="46088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81480" y="1816100"/>
            <a:ext cx="9690100" cy="35483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006850" y="2709545"/>
            <a:ext cx="7284085" cy="1568450"/>
          </a:xfrm>
          <a:prstGeom prst="rect">
            <a:avLst/>
          </a:prstGeom>
          <a:noFill/>
        </p:spPr>
        <p:txBody>
          <a:bodyPr wrap="square" lIns="91443" tIns="45720" rIns="91443" bIns="45720" rtlCol="0">
            <a:spAutoFit/>
          </a:bodyPr>
          <a:lstStyle/>
          <a:p>
            <a:r>
              <a:rPr lang="zh-CN" altLang="en-US" sz="4800" b="1" dirty="0">
                <a:latin typeface="微软雅黑" panose="020B0503020204020204" pitchFamily="34" charset="-122"/>
                <a:ea typeface="微软雅黑" panose="020B0503020204020204" pitchFamily="34" charset="-122"/>
                <a:cs typeface="+mn-ea"/>
                <a:sym typeface="Source Han Sans K Bold" panose="020B0800000000000000" pitchFamily="34" charset="-128"/>
              </a:rPr>
              <a:t>开发</a:t>
            </a:r>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第一个</a:t>
            </a:r>
            <a:r>
              <a:rPr lang="zh-CN" altLang="en-US" sz="4800" b="1" dirty="0">
                <a:latin typeface="微软雅黑" panose="020B0503020204020204" pitchFamily="34" charset="-122"/>
                <a:ea typeface="微软雅黑" panose="020B0503020204020204" pitchFamily="34" charset="-122"/>
                <a:cs typeface="+mn-ea"/>
                <a:sym typeface="Source Han Sans K Bold" panose="020B0800000000000000" pitchFamily="34" charset="-128"/>
              </a:rPr>
              <a:t>OpenHarmony</a:t>
            </a:r>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a:t>
            </a:r>
            <a:endPar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开发第一个Harmony与Android程序</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
          <a:stretch>
            <a:fillRect/>
          </a:stretch>
        </p:blipFill>
        <p:spPr>
          <a:xfrm>
            <a:off x="944880" y="2014937"/>
            <a:ext cx="2797810" cy="3898265"/>
          </a:xfrm>
          <a:prstGeom prst="rect">
            <a:avLst/>
          </a:prstGeom>
        </p:spPr>
      </p:pic>
      <p:sp>
        <p:nvSpPr>
          <p:cNvPr id="7" name="椭圆形标注 12"/>
          <p:cNvSpPr/>
          <p:nvPr/>
        </p:nvSpPr>
        <p:spPr>
          <a:xfrm>
            <a:off x="2968625" y="1359617"/>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8" name="TextBox 35"/>
          <p:cNvSpPr txBox="1">
            <a:spLocks noChangeArrowheads="1"/>
          </p:cNvSpPr>
          <p:nvPr/>
        </p:nvSpPr>
        <p:spPr bwMode="auto">
          <a:xfrm>
            <a:off x="3247390" y="1437722"/>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5735552" y="2637711"/>
            <a:ext cx="518037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a:solidFill>
                  <a:schemeClr val="tx1">
                    <a:lumMod val="75000"/>
                    <a:lumOff val="25000"/>
                  </a:schemeClr>
                </a:solidFill>
                <a:latin typeface="微软雅黑" panose="020B0503020204020204" pitchFamily="34" charset="-122"/>
                <a:ea typeface="微软雅黑" panose="020B0503020204020204" pitchFamily="34" charset="-122"/>
              </a:rPr>
              <a:t>掌握编写简单Harmony的步骤，能够</a:t>
            </a:r>
            <a:r>
              <a:rPr sz="2000" dirty="0">
                <a:solidFill>
                  <a:srgbClr val="0070C0"/>
                </a:solidFill>
                <a:latin typeface="微软雅黑" panose="020B0503020204020204" pitchFamily="34" charset="-122"/>
                <a:ea typeface="微软雅黑" panose="020B0503020204020204" pitchFamily="34" charset="-122"/>
              </a:rPr>
              <a:t>编写一个Hello World程序</a:t>
            </a:r>
            <a:endParaRPr sz="2000" dirty="0">
              <a:solidFill>
                <a:srgbClr val="0070C0"/>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299308" y="2853482"/>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txBox="1"/>
          <p:nvPr/>
        </p:nvSpPr>
        <p:spPr bwMode="auto">
          <a:xfrm>
            <a:off x="1342390" y="1125220"/>
            <a:ext cx="10245090" cy="64579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7200" lvl="1" indent="0">
              <a:lnSpc>
                <a:spcPct val="150000"/>
              </a:lnSpc>
              <a:buNone/>
              <a:defRPr/>
            </a:pPr>
            <a:r>
              <a:rPr lang="zh-CN" altLang="en-US" sz="20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学习</a:t>
            </a:r>
            <a:r>
              <a:rPr lang="en-US" altLang="zh-CN" sz="20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OpenHarmony</a:t>
            </a:r>
            <a:r>
              <a:rPr lang="zh-CN" altLang="en-US" sz="20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可以</a:t>
            </a:r>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开发</a:t>
            </a:r>
            <a:r>
              <a:rPr lang="zh-CN" altLang="en-US" sz="20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出</a:t>
            </a:r>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精美的</a:t>
            </a:r>
            <a:r>
              <a:rPr lang="en-US" altLang="zh-CN"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，比如我们常见的</a:t>
            </a:r>
            <a:r>
              <a:rPr lang="en-US" altLang="zh-CN" sz="20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QQ</a:t>
            </a:r>
            <a:r>
              <a:rPr lang="zh-CN" altLang="en-US" sz="20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、微信和淘宝</a:t>
            </a:r>
            <a:r>
              <a:rPr lang="en-US" altLang="zh-CN" sz="20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0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Picture 5" descr="http://img.zcool.cn/community/0118f15542de000000019ae983978d.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4023" y="1908175"/>
            <a:ext cx="2880000"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7" descr="http://img.zcool.cn/community/0109d1554563800000019ae9e5730d.jpg"/>
          <p:cNvPicPr>
            <a:picLocks noChangeAspect="1" noChangeArrowheads="1"/>
          </p:cNvPicPr>
          <p:nvPr/>
        </p:nvPicPr>
        <p:blipFill>
          <a:blip r:embed="rId2">
            <a:extLst>
              <a:ext uri="{28A0092B-C50C-407E-A947-70E740481C1C}">
                <a14:useLocalDpi xmlns:a14="http://schemas.microsoft.com/office/drawing/2010/main" val="0"/>
              </a:ext>
            </a:extLst>
          </a:blip>
          <a:srcRect t="2698"/>
          <a:stretch>
            <a:fillRect/>
          </a:stretch>
        </p:blipFill>
        <p:spPr bwMode="auto">
          <a:xfrm>
            <a:off x="5256213" y="1918018"/>
            <a:ext cx="2501052"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descr="http://app.xueui.cn/wp-content/uploads/2014/01/qidong5.jpg"/>
          <p:cNvPicPr>
            <a:picLocks noChangeAspect="1" noChangeArrowheads="1"/>
          </p:cNvPicPr>
          <p:nvPr/>
        </p:nvPicPr>
        <p:blipFill>
          <a:blip r:embed="rId3">
            <a:extLst>
              <a:ext uri="{28A0092B-C50C-407E-A947-70E740481C1C}">
                <a14:useLocalDpi xmlns:a14="http://schemas.microsoft.com/office/drawing/2010/main" val="0"/>
              </a:ext>
            </a:extLst>
          </a:blip>
          <a:srcRect t="2702"/>
          <a:stretch>
            <a:fillRect/>
          </a:stretch>
        </p:blipFill>
        <p:spPr bwMode="auto">
          <a:xfrm>
            <a:off x="8363903" y="1918335"/>
            <a:ext cx="2499697"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9" descr="http://g.hiphotos.baidu.com/zhidao/wh%3D450%2C600/sign=bf747f4b504e9258a6618eeaa9b2fd6e/b7003af33a87e950837d644316385343fbf2b4b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0408" y="1908175"/>
            <a:ext cx="2434332"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3" descr="http://img.zcool.cn/community/012e1f56419fa732f87512f6ea850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6530" y="1918335"/>
            <a:ext cx="2434946"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5" descr="http://g.hiphotos.baidu.com/zhidao/wh%3D450%2C600/sign=ed6866647ef0f736d8ab44053f659f2f/b03533fa828ba61eeedf98344734970a304e59f3.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8830" y="1918018"/>
            <a:ext cx="2433468"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txBox="1"/>
          <p:nvPr/>
        </p:nvSpPr>
        <p:spPr>
          <a:xfrm>
            <a:off x="1143635" y="266700"/>
            <a:ext cx="54806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开发第一个OpenHarmony程序</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presetID="22" presetClass="entr" presetSubtype="8"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13"/>
                                        </p:tgtEl>
                                        <p:attrNameLst>
                                          <p:attrName>style.visibility</p:attrName>
                                        </p:attrNameLst>
                                      </p:cBhvr>
                                      <p:to>
                                        <p:strVal val="hidden"/>
                                      </p:to>
                                    </p:set>
                                  </p:childTnLst>
                                </p:cTn>
                              </p:par>
                              <p:par>
                                <p:cTn id="24" presetID="22" presetClass="entr" presetSubtype="8"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14"/>
                                        </p:tgtEl>
                                        <p:attrNameLst>
                                          <p:attrName>style.visibility</p:attrName>
                                        </p:attrNameLst>
                                      </p:cBhvr>
                                      <p:to>
                                        <p:strVal val="hidden"/>
                                      </p:to>
                                    </p:set>
                                  </p:childTnLst>
                                </p:cTn>
                              </p:par>
                              <p:par>
                                <p:cTn id="36" presetID="22" presetClass="entr" presetSubtype="8"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922035"/>
            <a:ext cx="9793088" cy="922020"/>
          </a:xfrm>
          <a:prstGeom prst="rect">
            <a:avLst/>
          </a:prstGeom>
        </p:spPr>
        <p:txBody>
          <a:bodyPr wrap="square">
            <a:spAutoFit/>
          </a:bodyPr>
          <a:lstStyle/>
          <a:p>
            <a:pPr>
              <a:lnSpc>
                <a:spcPct val="150000"/>
              </a:lnSpc>
            </a:pPr>
            <a:r>
              <a:rPr lang="zh-CN" sz="1800">
                <a:latin typeface="微软雅黑" panose="020B0503020204020204" pitchFamily="34" charset="-122"/>
                <a:ea typeface="微软雅黑" panose="020B0503020204020204" pitchFamily="34" charset="-122"/>
              </a:rPr>
              <a:t>前面</a:t>
            </a:r>
            <a:r>
              <a:rPr sz="1800">
                <a:latin typeface="微软雅黑" panose="020B0503020204020204" pitchFamily="34" charset="-122"/>
                <a:ea typeface="微软雅黑" panose="020B0503020204020204" pitchFamily="34" charset="-122"/>
              </a:rPr>
              <a:t>小节中已经完成了Harmony开发环境的搭建，接下来使用OpenHarmony工具开发第一个Harmony程序，具体步骤如下：</a:t>
            </a:r>
            <a:endParaRPr sz="1800">
              <a:latin typeface="微软雅黑" panose="020B0503020204020204" pitchFamily="34" charset="-122"/>
              <a:ea typeface="微软雅黑" panose="020B0503020204020204" pitchFamily="34" charset="-122"/>
            </a:endParaRPr>
          </a:p>
        </p:txBody>
      </p:sp>
      <p:sp>
        <p:nvSpPr>
          <p:cNvPr id="3" name="椭圆 2"/>
          <p:cNvSpPr/>
          <p:nvPr/>
        </p:nvSpPr>
        <p:spPr bwMode="auto">
          <a:xfrm rot="574600">
            <a:off x="1562710" y="2363520"/>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4" name="TextBox 3"/>
          <p:cNvSpPr txBox="1">
            <a:spLocks noChangeArrowheads="1"/>
          </p:cNvSpPr>
          <p:nvPr/>
        </p:nvSpPr>
        <p:spPr bwMode="auto">
          <a:xfrm>
            <a:off x="1604085" y="2394576"/>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rPr>
              <a:t>1</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5" name="矩形 4"/>
          <p:cNvSpPr/>
          <p:nvPr/>
        </p:nvSpPr>
        <p:spPr>
          <a:xfrm>
            <a:off x="2051275" y="2353304"/>
            <a:ext cx="1381554" cy="452432"/>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300"/>
              </a:spcAft>
              <a:buClrTx/>
              <a:buSzTx/>
              <a:buFontTx/>
              <a:buNone/>
              <a:defRPr/>
            </a:pPr>
            <a:r>
              <a:rPr kumimoji="0" lang="zh-CN" altLang="en-US" sz="1800" b="1" i="0" u="none" strike="noStrike" kern="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rPr>
              <a:t>创建程序：</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
        <p:nvSpPr>
          <p:cNvPr id="6" name="矩形 5"/>
          <p:cNvSpPr/>
          <p:nvPr/>
        </p:nvSpPr>
        <p:spPr>
          <a:xfrm>
            <a:off x="2035798" y="3295888"/>
            <a:ext cx="1622425" cy="36830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rPr>
              <a:t>启动模拟器： </a:t>
            </a:r>
            <a:endParaRPr kumimoji="0" lang="zh-CN" altLang="en-US" sz="1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7" name="直接连接符 6"/>
          <p:cNvCxnSpPr/>
          <p:nvPr/>
        </p:nvCxnSpPr>
        <p:spPr>
          <a:xfrm>
            <a:off x="1949736" y="2810350"/>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8" name="直接连接符 7"/>
          <p:cNvCxnSpPr/>
          <p:nvPr/>
        </p:nvCxnSpPr>
        <p:spPr>
          <a:xfrm>
            <a:off x="1998271" y="3717320"/>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9" name="矩形 8"/>
          <p:cNvSpPr/>
          <p:nvPr/>
        </p:nvSpPr>
        <p:spPr>
          <a:xfrm>
            <a:off x="3530600" y="2061845"/>
            <a:ext cx="4298315" cy="769620"/>
          </a:xfrm>
          <a:prstGeom prst="rect">
            <a:avLst/>
          </a:prstGeom>
        </p:spPr>
        <p:txBody>
          <a:bodyPr wrap="square">
            <a:spAutoFit/>
          </a:bodyPr>
          <a:lstStyle/>
          <a:p>
            <a:pPr marL="228600" indent="-228600">
              <a:lnSpc>
                <a:spcPct val="130000"/>
              </a:lnSpc>
              <a:spcAft>
                <a:spcPts val="300"/>
              </a:spcAft>
              <a:buFont typeface="+mj-ea"/>
              <a:buAutoNum type="circleNumDbPlain"/>
            </a:pP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rPr>
              <a:t>创建名为</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rPr>
              <a:t>Hello World</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rPr>
              <a:t>的程序</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28600" indent="-228600">
              <a:lnSpc>
                <a:spcPct val="130000"/>
              </a:lnSpc>
              <a:spcAft>
                <a:spcPts val="300"/>
              </a:spcAft>
              <a:buFont typeface="+mj-ea"/>
              <a:buAutoNum type="circleNumDbPlain"/>
            </a:pP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rPr>
              <a:t>指定包名为</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rPr>
              <a:t>com.example.helloworld</a:t>
            </a:r>
            <a:endParaRPr lang="en-US" altLang="zh-CN" sz="160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bwMode="auto">
          <a:xfrm rot="574600">
            <a:off x="1533830" y="3293706"/>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11" name="TextBox 10"/>
          <p:cNvSpPr txBox="1">
            <a:spLocks noChangeArrowheads="1"/>
          </p:cNvSpPr>
          <p:nvPr/>
        </p:nvSpPr>
        <p:spPr bwMode="auto">
          <a:xfrm>
            <a:off x="1575205" y="3324762"/>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2</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12" name="矩形 11"/>
          <p:cNvSpPr/>
          <p:nvPr/>
        </p:nvSpPr>
        <p:spPr>
          <a:xfrm>
            <a:off x="2034300" y="4245315"/>
            <a:ext cx="1728193" cy="450850"/>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300"/>
              </a:spcAft>
              <a:buClrTx/>
              <a:buSzTx/>
              <a:buFontTx/>
              <a:buNone/>
              <a:defRPr/>
            </a:pPr>
            <a:r>
              <a:rPr lang="zh-CN" altLang="en-US" sz="1800" b="1" kern="0">
                <a:solidFill>
                  <a:srgbClr val="0070C0"/>
                </a:solidFill>
                <a:latin typeface="微软雅黑" panose="020B0503020204020204" pitchFamily="34" charset="-122"/>
                <a:ea typeface="微软雅黑" panose="020B0503020204020204" pitchFamily="34" charset="-122"/>
              </a:rPr>
              <a:t>运行程序</a:t>
            </a:r>
            <a:r>
              <a:rPr kumimoji="0" lang="zh-CN" altLang="en-US" sz="1800" b="1" i="0" u="none" strike="noStrike" kern="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rPr>
              <a:t>：</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1976435" y="4684147"/>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4" name="椭圆 13"/>
          <p:cNvSpPr/>
          <p:nvPr/>
        </p:nvSpPr>
        <p:spPr bwMode="auto">
          <a:xfrm rot="574600">
            <a:off x="1532333" y="4342820"/>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15" name="TextBox 14"/>
          <p:cNvSpPr txBox="1">
            <a:spLocks noChangeArrowheads="1"/>
          </p:cNvSpPr>
          <p:nvPr/>
        </p:nvSpPr>
        <p:spPr bwMode="auto">
          <a:xfrm>
            <a:off x="1573708" y="4373876"/>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3</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17" name="矩形 16"/>
          <p:cNvSpPr/>
          <p:nvPr/>
        </p:nvSpPr>
        <p:spPr>
          <a:xfrm>
            <a:off x="3503508" y="4245907"/>
            <a:ext cx="4476095" cy="410845"/>
          </a:xfrm>
          <a:prstGeom prst="rect">
            <a:avLst/>
          </a:prstGeom>
        </p:spPr>
        <p:txBody>
          <a:bodyPr wrap="square">
            <a:spAutoFit/>
          </a:bodyPr>
          <a:lstStyle/>
          <a:p>
            <a:pPr indent="0" fontAlgn="auto">
              <a:lnSpc>
                <a:spcPct val="130000"/>
              </a:lnSpc>
              <a:spcBef>
                <a:spcPts val="0"/>
              </a:spcBef>
              <a:spcAft>
                <a:spcPts val="300"/>
              </a:spcAft>
              <a:buFont typeface="+mj-ea"/>
              <a:buNone/>
              <a:defRPr/>
            </a:pPr>
            <a:r>
              <a:rPr lang="zh-CN" altLang="en-US" sz="1600" kern="0" dirty="0">
                <a:solidFill>
                  <a:sysClr val="windowText" lastClr="000000">
                    <a:lumMod val="65000"/>
                    <a:lumOff val="35000"/>
                  </a:sysClr>
                </a:solidFill>
                <a:latin typeface="Times New Roman" panose="02020603050405020304" charset="0"/>
                <a:ea typeface="微软雅黑" panose="020B0503020204020204" pitchFamily="34" charset="-122"/>
                <a:cs typeface="Times New Roman" panose="02020603050405020304" charset="0"/>
                <a:sym typeface="+mn-ea"/>
              </a:rPr>
              <a:t>点击工具栏中的运行按钮运行程序</a:t>
            </a:r>
            <a:endParaRPr sz="160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9" name="矩形 18"/>
          <p:cNvSpPr/>
          <p:nvPr/>
        </p:nvSpPr>
        <p:spPr>
          <a:xfrm>
            <a:off x="3503295" y="3260725"/>
            <a:ext cx="4745990" cy="410845"/>
          </a:xfrm>
          <a:prstGeom prst="rect">
            <a:avLst/>
          </a:prstGeom>
        </p:spPr>
        <p:txBody>
          <a:bodyPr wrap="square">
            <a:spAutoFit/>
          </a:bodyPr>
          <a:lstStyle/>
          <a:p>
            <a:pPr indent="0" fontAlgn="auto">
              <a:lnSpc>
                <a:spcPct val="130000"/>
              </a:lnSpc>
              <a:spcBef>
                <a:spcPts val="0"/>
              </a:spcBef>
              <a:spcAft>
                <a:spcPts val="300"/>
              </a:spcAft>
              <a:buFont typeface="+mj-ea"/>
              <a:buNone/>
              <a:defRPr/>
            </a:pPr>
            <a:r>
              <a:rPr lang="zh-CN" altLang="en-US" sz="1600" kern="0" dirty="0">
                <a:solidFill>
                  <a:sysClr val="windowText" lastClr="000000">
                    <a:lumMod val="65000"/>
                    <a:lumOff val="35000"/>
                  </a:sysClr>
                </a:solidFill>
                <a:latin typeface="Times New Roman" panose="02020603050405020304" charset="0"/>
                <a:ea typeface="微软雅黑" panose="020B0503020204020204" pitchFamily="34" charset="-122"/>
                <a:cs typeface="Times New Roman" panose="02020603050405020304" charset="0"/>
                <a:sym typeface="+mn-ea"/>
              </a:rPr>
              <a:t>点击工具栏中</a:t>
            </a:r>
            <a:r>
              <a:rPr lang="en-US" altLang="zh-CN" sz="1600" kern="0" dirty="0">
                <a:solidFill>
                  <a:sysClr val="windowText" lastClr="000000">
                    <a:lumMod val="65000"/>
                    <a:lumOff val="35000"/>
                  </a:sysClr>
                </a:solidFill>
                <a:latin typeface="Times New Roman" panose="02020603050405020304" charset="0"/>
                <a:ea typeface="微软雅黑" panose="020B0503020204020204" pitchFamily="34" charset="-122"/>
                <a:cs typeface="Times New Roman" panose="02020603050405020304" charset="0"/>
                <a:sym typeface="+mn-ea"/>
              </a:rPr>
              <a:t>【AVD Manager】</a:t>
            </a:r>
            <a:r>
              <a:rPr lang="zh-CN" altLang="en-US" sz="1600" kern="0" dirty="0">
                <a:solidFill>
                  <a:sysClr val="windowText" lastClr="000000">
                    <a:lumMod val="65000"/>
                    <a:lumOff val="35000"/>
                  </a:sysClr>
                </a:solidFill>
                <a:latin typeface="Times New Roman" panose="02020603050405020304" charset="0"/>
                <a:ea typeface="微软雅黑" panose="020B0503020204020204" pitchFamily="34" charset="-122"/>
                <a:cs typeface="Times New Roman" panose="02020603050405020304" charset="0"/>
                <a:sym typeface="+mn-ea"/>
              </a:rPr>
              <a:t>标签启动模拟器</a:t>
            </a:r>
            <a:endParaRPr lang="en-US" altLang="zh-CN" sz="160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0"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开发第一个OpenHarmony程序</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6" name="图片 15"/>
          <p:cNvPicPr>
            <a:picLocks noChangeAspect="1"/>
          </p:cNvPicPr>
          <p:nvPr/>
        </p:nvPicPr>
        <p:blipFill>
          <a:blip r:embed="rId1"/>
          <a:stretch>
            <a:fillRect/>
          </a:stretch>
        </p:blipFill>
        <p:spPr>
          <a:xfrm>
            <a:off x="8348980" y="1701165"/>
            <a:ext cx="2587625" cy="43319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p:bldP spid="9" grpId="0"/>
      <p:bldP spid="10" grpId="0" bldLvl="0" animBg="1"/>
      <p:bldP spid="11" grpId="0"/>
      <p:bldP spid="12" grpId="0"/>
      <p:bldP spid="14" grpId="0" bldLvl="0" animBg="1"/>
      <p:bldP spid="15" grpId="0"/>
      <p:bldP spid="17" grpId="0"/>
      <p:bldP spid="1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469900" y="1154430"/>
            <a:ext cx="10674985" cy="1763319"/>
            <a:chOff x="714041" y="1184545"/>
            <a:chExt cx="8282595" cy="3536793"/>
          </a:xfrm>
        </p:grpSpPr>
        <p:sp>
          <p:nvSpPr>
            <p:cNvPr id="5" name="文本框 4"/>
            <p:cNvSpPr txBox="1"/>
            <p:nvPr/>
          </p:nvSpPr>
          <p:spPr>
            <a:xfrm>
              <a:off x="784824" y="1324914"/>
              <a:ext cx="7439895" cy="3097534"/>
            </a:xfrm>
            <a:prstGeom prst="rect">
              <a:avLst/>
            </a:prstGeom>
            <a:noFill/>
          </p:spPr>
          <p:txBody>
            <a:bodyPr wrap="square" lIns="68559" tIns="34280" rIns="68559" bIns="34280" rtlCol="0">
              <a:spAutoFit/>
            </a:bodyPr>
            <a:p>
              <a:pPr indent="266700" algn="just">
                <a:lnSpc>
                  <a:spcPct val="120000"/>
                </a:lnSpc>
              </a:pP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ArkTS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是鸿蒙生态的一种应用开发语言，创建工程时默认创建的就是</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ArkTS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工程。</a:t>
              </a:r>
              <a:endPar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a:p>
              <a:pPr indent="266700" algn="just">
                <a:lnSpc>
                  <a:spcPct val="120000"/>
                </a:lnSpc>
              </a:pP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打开</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DevEco Studio</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，创建</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ArkTS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工程，依次选择</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Projects-&gt;Create Project-&gt;Application-&gt;Empty Ability-&gt;Next</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，输入项目信息后进行创建。</a:t>
              </a:r>
              <a:endPar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a:p>
              <a:pPr indent="266700" algn="just">
                <a:lnSpc>
                  <a:spcPct val="120000"/>
                </a:lnSpc>
              </a:pP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sp>
          <p:nvSpPr>
            <p:cNvPr id="8" name="圆角矩形 54"/>
            <p:cNvSpPr/>
            <p:nvPr/>
          </p:nvSpPr>
          <p:spPr>
            <a:xfrm>
              <a:off x="714041" y="1184545"/>
              <a:ext cx="8282595" cy="353679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20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2" name="图片 1"/>
          <p:cNvPicPr>
            <a:picLocks noChangeAspect="1"/>
          </p:cNvPicPr>
          <p:nvPr/>
        </p:nvPicPr>
        <p:blipFill>
          <a:blip r:embed="rId1"/>
          <a:stretch>
            <a:fillRect/>
          </a:stretch>
        </p:blipFill>
        <p:spPr>
          <a:xfrm>
            <a:off x="478155" y="2997835"/>
            <a:ext cx="6437630" cy="2889885"/>
          </a:xfrm>
          <a:prstGeom prst="rect">
            <a:avLst/>
          </a:prstGeom>
        </p:spPr>
      </p:pic>
      <p:pic>
        <p:nvPicPr>
          <p:cNvPr id="6" name="图片 5"/>
          <p:cNvPicPr>
            <a:picLocks noChangeAspect="1"/>
          </p:cNvPicPr>
          <p:nvPr/>
        </p:nvPicPr>
        <p:blipFill>
          <a:blip r:embed="rId2"/>
          <a:stretch>
            <a:fillRect/>
          </a:stretch>
        </p:blipFill>
        <p:spPr>
          <a:xfrm>
            <a:off x="6598920" y="2493645"/>
            <a:ext cx="5281930" cy="419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6"/>
                                        </p:tgtEl>
                                        <p:attrNameLst>
                                          <p:attrName>style.visibility</p:attrName>
                                        </p:attrNameLst>
                                      </p:cBhvr>
                                      <p:to>
                                        <p:strVal val="visible"/>
                                      </p:to>
                                    </p:set>
                                    <p:animEffect transition="in" filter="wedg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38200" y="981710"/>
            <a:ext cx="10342880" cy="5631180"/>
          </a:xfrm>
          <a:prstGeom prst="rect">
            <a:avLst/>
          </a:prstGeom>
          <a:noFill/>
        </p:spPr>
        <p:txBody>
          <a:bodyPr wrap="square" rtlCol="0" anchor="t">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Project name：项目名称，全英文</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Bundle name：包名，全英文</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Save location：项目存放路径，必须为空文件夹（建议不含中文字符）</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Compile SDK：当前使用的SDK版本（目前暂不支持创建工程时选择API 10，需要工程创建好后在配置文件里修改）</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Compatible SDK：适配最低SDK版本</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Model：应用模型（API 9之后官方推荐使用Stage）</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Enable Super Visual：是否启用低代码（默认false，也不推荐使用）</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Device type：适配的设备类型（建议全部勾选）</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a:p>
            <a:r>
              <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rPr>
              <a:t>Node：编译运行时需要的nodejs（环境配置里下载好的本地路径）</a:t>
            </a:r>
            <a:endParaRPr sz="2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6400" y="1485265"/>
            <a:ext cx="2494280" cy="4133850"/>
          </a:xfrm>
          <a:prstGeom prst="rect">
            <a:avLst/>
          </a:prstGeom>
          <a:noFill/>
        </p:spPr>
        <p:txBody>
          <a:bodyPr wrap="square" rtlCol="0" anchor="t">
            <a:noAutofit/>
          </a:bodyPr>
          <a:p>
            <a:pPr algn="l"/>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项目生成后会通过</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node</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下载一些资源，并进行一些工程化配置。待看到控制台打印</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Process finished with exit code 0</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后表示工程已创建完成。（如果没有默认执行工程化配置，可以手动依照控制台的指令手动进行配置）</a:t>
            </a:r>
            <a:endParaRPr lang="zh-CN" altLang="en-US" sz="20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2960370" y="981075"/>
            <a:ext cx="8953500" cy="53162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82345" y="981710"/>
            <a:ext cx="9144635" cy="829945"/>
          </a:xfrm>
          <a:prstGeom prst="rect">
            <a:avLst/>
          </a:prstGeom>
          <a:noFill/>
        </p:spPr>
        <p:txBody>
          <a:bodyPr wrap="square" rtlCol="0" anchor="t">
            <a:spAutoFit/>
          </a:bodyPr>
          <a:p>
            <a:pPr indent="266700" algn="just">
              <a:lnSpc>
                <a:spcPct val="120000"/>
              </a:lnSpc>
            </a:pP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项目构建完成后，默认会打开</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Index.ets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页，可以点击“</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Preview”</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进行页面的预览。</a:t>
            </a:r>
            <a:endParaRPr lang="zh-CN" altLang="en-US" sz="20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pic>
        <p:nvPicPr>
          <p:cNvPr id="7" name="图片 6"/>
          <p:cNvPicPr>
            <a:picLocks noChangeAspect="1"/>
          </p:cNvPicPr>
          <p:nvPr/>
        </p:nvPicPr>
        <p:blipFill>
          <a:blip r:embed="rId1"/>
          <a:stretch>
            <a:fillRect/>
          </a:stretch>
        </p:blipFill>
        <p:spPr>
          <a:xfrm>
            <a:off x="2062480" y="1557655"/>
            <a:ext cx="8504555" cy="51409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edg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70635" y="117475"/>
            <a:ext cx="6096000" cy="583565"/>
          </a:xfrm>
          <a:prstGeom prst="rect">
            <a:avLst/>
          </a:prstGeom>
          <a:noFill/>
        </p:spPr>
        <p:txBody>
          <a:bodyPr wrap="square" rtlCol="0" anchor="t">
            <a:spAutoFit/>
          </a:bodyPr>
          <a:p>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默认的运行操作系统</a:t>
            </a:r>
            <a:endParaRPr lang="zh-CN" altLang="en-US"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3" name="文本框 2"/>
          <p:cNvSpPr txBox="1"/>
          <p:nvPr/>
        </p:nvSpPr>
        <p:spPr>
          <a:xfrm>
            <a:off x="478155" y="981710"/>
            <a:ext cx="11184890" cy="460375"/>
          </a:xfrm>
          <a:prstGeom prst="rect">
            <a:avLst/>
          </a:prstGeom>
          <a:noFill/>
        </p:spPr>
        <p:txBody>
          <a:bodyPr wrap="square" rtlCol="0" anchor="t">
            <a:spAutoFit/>
          </a:bodyPr>
          <a:p>
            <a:pPr indent="266700" algn="just">
              <a:lnSpc>
                <a:spcPct val="120000"/>
              </a:lnSpc>
            </a:pP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默认创建的</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ArkTS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工程，运行的设备类型是</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phone/tablet</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，运行的操作系统是</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HarmonyOS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t>
            </a:r>
            <a:endParaRPr lang="zh-CN" altLang="en-US" sz="20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pic>
        <p:nvPicPr>
          <p:cNvPr id="4" name="图片 3"/>
          <p:cNvPicPr>
            <a:picLocks noChangeAspect="1"/>
          </p:cNvPicPr>
          <p:nvPr/>
        </p:nvPicPr>
        <p:blipFill>
          <a:blip r:embed="rId1"/>
          <a:stretch>
            <a:fillRect/>
          </a:stretch>
        </p:blipFill>
        <p:spPr>
          <a:xfrm>
            <a:off x="550545" y="1629410"/>
            <a:ext cx="11315700" cy="49663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edg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50545" y="981710"/>
            <a:ext cx="11014075" cy="1568450"/>
          </a:xfrm>
          <a:prstGeom prst="rect">
            <a:avLst/>
          </a:prstGeom>
          <a:noFill/>
        </p:spPr>
        <p:txBody>
          <a:bodyPr wrap="square" rtlCol="0" anchor="t">
            <a:spAutoFit/>
          </a:bodyPr>
          <a:p>
            <a:pPr indent="266700" algn="just">
              <a:lnSpc>
                <a:spcPct val="120000"/>
              </a:lnSpc>
            </a:pP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应用要在鸿蒙富设备开发终端设备上运行，需要先将鸿蒙富设备开发终端通过</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USB</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调试口连接到</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PC</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的</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USB</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口。应用签名的流程是：依次选择</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File-&gt;Project Structure-&gt;Project-&gt;Signing Configs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界面，按默认勾选“</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Support HarmonyOS”“Automatically generate signature”</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，按提示登录华为账号后，等待自动签名完成即可，完成签名后可将应用发布并运行。</a:t>
            </a:r>
            <a:endParaRPr lang="zh-CN" altLang="en-US" sz="20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sp>
        <p:nvSpPr>
          <p:cNvPr id="3" name="文本框 2"/>
          <p:cNvSpPr txBox="1"/>
          <p:nvPr/>
        </p:nvSpPr>
        <p:spPr>
          <a:xfrm>
            <a:off x="1054100" y="189230"/>
            <a:ext cx="7535545" cy="583565"/>
          </a:xfrm>
          <a:prstGeom prst="rect">
            <a:avLst/>
          </a:prstGeom>
          <a:noFill/>
        </p:spPr>
        <p:txBody>
          <a:bodyPr wrap="square" rtlCol="0" anchor="t">
            <a:spAutoFit/>
          </a:bodyPr>
          <a:p>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应用签名并在鸿蒙富设备开发终端上运行</a:t>
            </a:r>
            <a:endParaRPr lang="zh-CN" altLang="en-US"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pic>
        <p:nvPicPr>
          <p:cNvPr id="6" name="图片 5"/>
          <p:cNvPicPr>
            <a:picLocks noChangeAspect="1"/>
          </p:cNvPicPr>
          <p:nvPr/>
        </p:nvPicPr>
        <p:blipFill>
          <a:blip r:embed="rId1"/>
          <a:stretch>
            <a:fillRect/>
          </a:stretch>
        </p:blipFill>
        <p:spPr>
          <a:xfrm>
            <a:off x="622300" y="2925445"/>
            <a:ext cx="3695065" cy="3248025"/>
          </a:xfrm>
          <a:prstGeom prst="rect">
            <a:avLst/>
          </a:prstGeom>
        </p:spPr>
      </p:pic>
      <p:pic>
        <p:nvPicPr>
          <p:cNvPr id="7" name="图片 6"/>
          <p:cNvPicPr>
            <a:picLocks noChangeAspect="1"/>
          </p:cNvPicPr>
          <p:nvPr/>
        </p:nvPicPr>
        <p:blipFill>
          <a:blip r:embed="rId2"/>
          <a:stretch>
            <a:fillRect/>
          </a:stretch>
        </p:blipFill>
        <p:spPr>
          <a:xfrm>
            <a:off x="4438650" y="2565400"/>
            <a:ext cx="7031355" cy="41586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6"/>
                                        </p:tgtEl>
                                        <p:attrNameLst>
                                          <p:attrName>style.visibility</p:attrName>
                                        </p:attrNameLst>
                                      </p:cBhvr>
                                      <p:to>
                                        <p:strVal val="visible"/>
                                      </p:to>
                                    </p:set>
                                    <p:animEffect transition="in" filter="wedg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7"/>
                                        </p:tgtEl>
                                        <p:attrNameLst>
                                          <p:attrName>style.visibility</p:attrName>
                                        </p:attrNameLst>
                                      </p:cBhvr>
                                      <p:to>
                                        <p:strVal val="visible"/>
                                      </p:to>
                                    </p:set>
                                    <p:animEffect transition="in" filter="wedg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10590" y="909320"/>
            <a:ext cx="8482330" cy="1322070"/>
          </a:xfrm>
          <a:prstGeom prst="rect">
            <a:avLst/>
          </a:prstGeom>
          <a:noFill/>
        </p:spPr>
        <p:txBody>
          <a:bodyPr wrap="square" rtlCol="0" anchor="t">
            <a:spAutoFit/>
          </a:bodyPr>
          <a:p>
            <a:pPr algn="l"/>
            <a:r>
              <a:rPr lang="en-US" sz="20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电脑通过</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USB</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连接上设备，可以在右上角看到设备信息。</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点击设备旁的绿色三角，</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IDE</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会自动编译构建</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hap</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并安装到设备上。</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点击绿色三角旁的绿色甲虫，并在需要调试的代码左侧打上断点。当程序执行到断点是会暂停并打印当时的变量信息。</a:t>
            </a:r>
            <a:endParaRPr lang="zh-CN" altLang="en-US" sz="20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334010" y="2304415"/>
            <a:ext cx="11496040" cy="44202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26490" y="117475"/>
            <a:ext cx="9193530" cy="681990"/>
          </a:xfrm>
          <a:prstGeom prst="rect">
            <a:avLst/>
          </a:prstGeom>
          <a:noFill/>
        </p:spPr>
        <p:txBody>
          <a:bodyPr wrap="square" rtlCol="0" anchor="t">
            <a:spAutoFit/>
          </a:bodyPr>
          <a:p>
            <a:pPr>
              <a:lnSpc>
                <a:spcPct val="120000"/>
              </a:lnSpc>
            </a:pPr>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安装与配置</a:t>
            </a:r>
            <a:r>
              <a:rPr lang="en-US" altLang="zh-CN"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 4.0 Release</a:t>
            </a:r>
            <a:endParaRPr lang="en-US" altLang="zh-CN"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5" name="文本框 4"/>
          <p:cNvSpPr txBox="1"/>
          <p:nvPr/>
        </p:nvSpPr>
        <p:spPr>
          <a:xfrm>
            <a:off x="406400" y="909320"/>
            <a:ext cx="11493500" cy="805815"/>
          </a:xfrm>
          <a:prstGeom prst="rect">
            <a:avLst/>
          </a:prstGeom>
          <a:noFill/>
        </p:spPr>
        <p:txBody>
          <a:bodyPr wrap="square" lIns="68559" tIns="34280" rIns="68559" bIns="34280" rtlCol="0">
            <a:spAutoFit/>
          </a:bodyPr>
          <a:p>
            <a:pPr indent="266700">
              <a:lnSpc>
                <a:spcPct val="120000"/>
              </a:lnSpc>
            </a:pP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将</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SDK</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切换为</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OpenHarmony</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时，安装路径是空白的，需要点击</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Edit</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进行安装</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OpenHarmony 4.0 Release</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版本，</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API</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版本为</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10</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pic>
        <p:nvPicPr>
          <p:cNvPr id="9" name="图片 8"/>
          <p:cNvPicPr>
            <a:picLocks noChangeAspect="1"/>
          </p:cNvPicPr>
          <p:nvPr/>
        </p:nvPicPr>
        <p:blipFill>
          <a:blip r:embed="rId1"/>
          <a:stretch>
            <a:fillRect/>
          </a:stretch>
        </p:blipFill>
        <p:spPr>
          <a:xfrm>
            <a:off x="252730" y="2277110"/>
            <a:ext cx="3538855" cy="3184525"/>
          </a:xfrm>
          <a:prstGeom prst="rect">
            <a:avLst/>
          </a:prstGeom>
        </p:spPr>
      </p:pic>
      <p:pic>
        <p:nvPicPr>
          <p:cNvPr id="10" name="图片 9"/>
          <p:cNvPicPr>
            <a:picLocks noChangeAspect="1"/>
          </p:cNvPicPr>
          <p:nvPr/>
        </p:nvPicPr>
        <p:blipFill>
          <a:blip r:embed="rId2"/>
          <a:stretch>
            <a:fillRect/>
          </a:stretch>
        </p:blipFill>
        <p:spPr>
          <a:xfrm>
            <a:off x="3791585" y="1824355"/>
            <a:ext cx="8108315" cy="41033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9"/>
                                        </p:tgtEl>
                                        <p:attrNameLst>
                                          <p:attrName>style.visibility</p:attrName>
                                        </p:attrNameLst>
                                      </p:cBhvr>
                                      <p:to>
                                        <p:strVal val="visible"/>
                                      </p:to>
                                    </p:set>
                                    <p:animEffect transition="in" filter="wedg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10"/>
                                        </p:tgtEl>
                                        <p:attrNameLst>
                                          <p:attrName>style.visibility</p:attrName>
                                        </p:attrNameLst>
                                      </p:cBhvr>
                                      <p:to>
                                        <p:strVal val="visible"/>
                                      </p:to>
                                    </p:set>
                                    <p:animEffect transition="in" filter="wedge">
                                      <p:cBhvr>
                                        <p:cTn id="1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710815" y="981710"/>
            <a:ext cx="5875020" cy="3923030"/>
          </a:xfrm>
          <a:prstGeom prst="rect">
            <a:avLst/>
          </a:prstGeom>
        </p:spPr>
      </p:pic>
      <p:pic>
        <p:nvPicPr>
          <p:cNvPr id="11" name="图片 10"/>
          <p:cNvPicPr>
            <a:picLocks noChangeAspect="1"/>
          </p:cNvPicPr>
          <p:nvPr/>
        </p:nvPicPr>
        <p:blipFill>
          <a:blip r:embed="rId2"/>
          <a:stretch>
            <a:fillRect/>
          </a:stretch>
        </p:blipFill>
        <p:spPr>
          <a:xfrm>
            <a:off x="1439545" y="4209415"/>
            <a:ext cx="7752080" cy="25050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wedge">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11"/>
                                        </p:tgtEl>
                                        <p:attrNameLst>
                                          <p:attrName>style.visibility</p:attrName>
                                        </p:attrNameLst>
                                      </p:cBhvr>
                                      <p:to>
                                        <p:strVal val="visible"/>
                                      </p:to>
                                    </p:set>
                                    <p:animEffect transition="in" filter="wedge">
                                      <p:cBhvr>
                                        <p:cTn id="1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26490" y="189230"/>
            <a:ext cx="6096000" cy="583565"/>
          </a:xfrm>
          <a:prstGeom prst="rect">
            <a:avLst/>
          </a:prstGeom>
          <a:noFill/>
        </p:spPr>
        <p:txBody>
          <a:bodyPr wrap="square" rtlCol="0" anchor="t">
            <a:spAutoFit/>
          </a:bodyPr>
          <a:p>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修改项目为</a:t>
            </a:r>
            <a:r>
              <a:rPr lang="en-US" altLang="zh-CN"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OpenHarmony(API 10)</a:t>
            </a:r>
            <a:endParaRPr lang="en-US" altLang="zh-CN"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3" name="文本框 2"/>
          <p:cNvSpPr txBox="1"/>
          <p:nvPr/>
        </p:nvSpPr>
        <p:spPr>
          <a:xfrm>
            <a:off x="406400" y="909320"/>
            <a:ext cx="11141075" cy="1198880"/>
          </a:xfrm>
          <a:prstGeom prst="rect">
            <a:avLst/>
          </a:prstGeom>
          <a:noFill/>
        </p:spPr>
        <p:txBody>
          <a:bodyPr wrap="square" rtlCol="0" anchor="t">
            <a:spAutoFit/>
          </a:bodyPr>
          <a:p>
            <a:pPr indent="266700">
              <a:lnSpc>
                <a:spcPct val="120000"/>
              </a:lnSpc>
            </a:pP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第</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1</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处修改是在项目级别的</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build-profile.json5</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配置文件中，将编译</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API</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的版本配置信息由</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app</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节点移动到</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products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节点，并修改版本为</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10</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；在</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products</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节点中新增目标版本为</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10</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和指定运行的操作系统为</a:t>
            </a:r>
            <a:r>
              <a:rPr lang="en-US" altLang="zh-CN"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OpenHarmony</a:t>
            </a:r>
            <a:r>
              <a:rPr lang="zh-CN" altLang="en-US" sz="2000" kern="100">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，最后进行数据同步。</a:t>
            </a:r>
            <a:endParaRPr lang="zh-CN" altLang="en-US" sz="2000" kern="1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pic>
        <p:nvPicPr>
          <p:cNvPr id="12" name="图片 11"/>
          <p:cNvPicPr>
            <a:picLocks noChangeAspect="1"/>
          </p:cNvPicPr>
          <p:nvPr/>
        </p:nvPicPr>
        <p:blipFill>
          <a:blip r:embed="rId1"/>
          <a:stretch>
            <a:fillRect/>
          </a:stretch>
        </p:blipFill>
        <p:spPr>
          <a:xfrm>
            <a:off x="478155" y="2108200"/>
            <a:ext cx="10897235" cy="45396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12"/>
                                        </p:tgtEl>
                                        <p:attrNameLst>
                                          <p:attrName>style.visibility</p:attrName>
                                        </p:attrNameLst>
                                      </p:cBhvr>
                                      <p:to>
                                        <p:strVal val="visible"/>
                                      </p:to>
                                    </p:set>
                                    <p:animEffect transition="in" filter="wedge">
                                      <p:cBhvr>
                                        <p:cTn id="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6400" y="909320"/>
            <a:ext cx="11247120" cy="829945"/>
          </a:xfrm>
          <a:prstGeom prst="rect">
            <a:avLst/>
          </a:prstGeom>
          <a:noFill/>
        </p:spPr>
        <p:txBody>
          <a:bodyPr wrap="square" rtlCol="0" anchor="t">
            <a:spAutoFit/>
          </a:bodyPr>
          <a:p>
            <a:pPr indent="266700">
              <a:lnSpc>
                <a:spcPct val="120000"/>
              </a:lnSpc>
            </a:pPr>
            <a:r>
              <a:rPr lang="zh-CN" altLang="zh-CN" sz="2000">
                <a:effectLst/>
                <a:latin typeface="Times New Roman" panose="02020603050405020304" charset="0"/>
                <a:ea typeface="宋体" panose="02010600030101010101" pitchFamily="2" charset="-122"/>
                <a:cs typeface="Times New Roman" panose="02020603050405020304" charset="0"/>
                <a:sym typeface="+mn-ea"/>
              </a:rPr>
              <a:t>第</a:t>
            </a:r>
            <a:r>
              <a:rPr lang="en-US" altLang="zh-CN" sz="2000">
                <a:effectLst/>
                <a:latin typeface="Times New Roman" panose="02020603050405020304" charset="0"/>
                <a:ea typeface="宋体" panose="02010600030101010101" pitchFamily="2" charset="-122"/>
                <a:sym typeface="+mn-ea"/>
              </a:rPr>
              <a:t>2</a:t>
            </a:r>
            <a:r>
              <a:rPr lang="zh-CN" altLang="zh-CN" sz="2000">
                <a:effectLst/>
                <a:latin typeface="Times New Roman" panose="02020603050405020304" charset="0"/>
                <a:ea typeface="宋体" panose="02010600030101010101" pitchFamily="2" charset="-122"/>
                <a:cs typeface="Times New Roman" panose="02020603050405020304" charset="0"/>
                <a:sym typeface="+mn-ea"/>
              </a:rPr>
              <a:t>处修改是在</a:t>
            </a:r>
            <a:r>
              <a:rPr lang="en-US" altLang="zh-CN" sz="2000">
                <a:effectLst/>
                <a:latin typeface="Times New Roman" panose="02020603050405020304" charset="0"/>
                <a:ea typeface="宋体" panose="02010600030101010101" pitchFamily="2" charset="-122"/>
                <a:sym typeface="+mn-ea"/>
              </a:rPr>
              <a:t>entry</a:t>
            </a:r>
            <a:r>
              <a:rPr lang="zh-CN" altLang="zh-CN" sz="2000">
                <a:effectLst/>
                <a:latin typeface="Times New Roman" panose="02020603050405020304" charset="0"/>
                <a:ea typeface="宋体" panose="02010600030101010101" pitchFamily="2" charset="-122"/>
                <a:cs typeface="Times New Roman" panose="02020603050405020304" charset="0"/>
                <a:sym typeface="+mn-ea"/>
              </a:rPr>
              <a:t>模块级别的</a:t>
            </a:r>
            <a:r>
              <a:rPr lang="en-US" altLang="zh-CN" sz="2000">
                <a:effectLst/>
                <a:latin typeface="Times New Roman" panose="02020603050405020304" charset="0"/>
                <a:ea typeface="宋体" panose="02010600030101010101" pitchFamily="2" charset="-122"/>
                <a:sym typeface="+mn-ea"/>
              </a:rPr>
              <a:t>build-profile.json5</a:t>
            </a:r>
            <a:r>
              <a:rPr lang="zh-CN" altLang="zh-CN" sz="2000">
                <a:effectLst/>
                <a:latin typeface="Times New Roman" panose="02020603050405020304" charset="0"/>
                <a:ea typeface="宋体" panose="02010600030101010101" pitchFamily="2" charset="-122"/>
                <a:cs typeface="Times New Roman" panose="02020603050405020304" charset="0"/>
                <a:sym typeface="+mn-ea"/>
              </a:rPr>
              <a:t>配置文件中，删除</a:t>
            </a:r>
            <a:r>
              <a:rPr lang="en-US" altLang="zh-CN" sz="2000">
                <a:effectLst/>
                <a:latin typeface="Times New Roman" panose="02020603050405020304" charset="0"/>
                <a:ea typeface="宋体" panose="02010600030101010101" pitchFamily="2" charset="-122"/>
                <a:sym typeface="+mn-ea"/>
              </a:rPr>
              <a:t>targets</a:t>
            </a:r>
            <a:r>
              <a:rPr lang="zh-CN" altLang="zh-CN" sz="2000">
                <a:effectLst/>
                <a:latin typeface="Times New Roman" panose="02020603050405020304" charset="0"/>
                <a:ea typeface="宋体" panose="02010600030101010101" pitchFamily="2" charset="-122"/>
                <a:cs typeface="Times New Roman" panose="02020603050405020304" charset="0"/>
                <a:sym typeface="+mn-ea"/>
              </a:rPr>
              <a:t>节点中的</a:t>
            </a:r>
            <a:r>
              <a:rPr lang="en-US" altLang="zh-CN" sz="2000">
                <a:effectLst/>
                <a:latin typeface="Times New Roman" panose="02020603050405020304" charset="0"/>
                <a:ea typeface="宋体" panose="02010600030101010101" pitchFamily="2" charset="-122"/>
                <a:sym typeface="+mn-ea"/>
              </a:rPr>
              <a:t>runtimeOS</a:t>
            </a:r>
            <a:r>
              <a:rPr lang="zh-CN" altLang="zh-CN" sz="2000">
                <a:effectLst/>
                <a:latin typeface="Times New Roman" panose="02020603050405020304" charset="0"/>
                <a:ea typeface="宋体" panose="02010600030101010101" pitchFamily="2" charset="-122"/>
                <a:cs typeface="Times New Roman" panose="02020603050405020304" charset="0"/>
                <a:sym typeface="+mn-ea"/>
              </a:rPr>
              <a:t>这一行代码，</a:t>
            </a:r>
            <a:r>
              <a:rPr lang="zh-CN" altLang="en-US" sz="2000">
                <a:effectLst/>
                <a:latin typeface="Times New Roman" panose="02020603050405020304" charset="0"/>
                <a:ea typeface="宋体" panose="02010600030101010101" pitchFamily="2" charset="-122"/>
                <a:cs typeface="Times New Roman" panose="02020603050405020304" charset="0"/>
                <a:sym typeface="+mn-ea"/>
              </a:rPr>
              <a:t>进行</a:t>
            </a:r>
            <a:r>
              <a:rPr lang="zh-CN" altLang="zh-CN" sz="2000">
                <a:effectLst/>
                <a:latin typeface="Times New Roman" panose="02020603050405020304" charset="0"/>
                <a:ea typeface="宋体" panose="02010600030101010101" pitchFamily="2" charset="-122"/>
                <a:cs typeface="Times New Roman" panose="02020603050405020304" charset="0"/>
                <a:sym typeface="+mn-ea"/>
              </a:rPr>
              <a:t>数据同步</a:t>
            </a:r>
            <a:r>
              <a:rPr lang="zh-CN" altLang="en-US" sz="2000">
                <a:effectLst/>
                <a:latin typeface="Times New Roman" panose="02020603050405020304" charset="0"/>
                <a:ea typeface="宋体" panose="02010600030101010101" pitchFamily="2" charset="-122"/>
                <a:cs typeface="Times New Roman" panose="02020603050405020304" charset="0"/>
                <a:sym typeface="+mn-ea"/>
              </a:rPr>
              <a:t>。</a:t>
            </a:r>
            <a:endParaRPr lang="zh-CN" altLang="en-US" sz="2000" dirty="0" smtClean="0">
              <a:solidFill>
                <a:schemeClr val="tx1">
                  <a:lumMod val="75000"/>
                  <a:lumOff val="25000"/>
                </a:schemeClr>
              </a:solidFill>
              <a:effectLst/>
              <a:latin typeface="Times New Roman" panose="02020603050405020304" charset="0"/>
              <a:ea typeface="宋体" panose="02010600030101010101" pitchFamily="2" charset="-122"/>
              <a:cs typeface="Times New Roman" panose="02020603050405020304" charset="0"/>
              <a:sym typeface="+mn-ea"/>
            </a:endParaRPr>
          </a:p>
        </p:txBody>
      </p:sp>
      <p:pic>
        <p:nvPicPr>
          <p:cNvPr id="7" name="图片 6"/>
          <p:cNvPicPr>
            <a:picLocks noChangeAspect="1"/>
          </p:cNvPicPr>
          <p:nvPr/>
        </p:nvPicPr>
        <p:blipFill>
          <a:blip r:embed="rId1"/>
          <a:stretch>
            <a:fillRect/>
          </a:stretch>
        </p:blipFill>
        <p:spPr>
          <a:xfrm>
            <a:off x="406400" y="1845310"/>
            <a:ext cx="11381105" cy="4699000"/>
          </a:xfrm>
          <a:prstGeom prst="rect">
            <a:avLst/>
          </a:prstGeom>
        </p:spPr>
      </p:pic>
      <p:sp>
        <p:nvSpPr>
          <p:cNvPr id="3" name="文本框 2"/>
          <p:cNvSpPr txBox="1"/>
          <p:nvPr/>
        </p:nvSpPr>
        <p:spPr>
          <a:xfrm>
            <a:off x="1126490" y="189230"/>
            <a:ext cx="6096000" cy="583565"/>
          </a:xfrm>
          <a:prstGeom prst="rect">
            <a:avLst/>
          </a:prstGeom>
          <a:noFill/>
        </p:spPr>
        <p:txBody>
          <a:bodyPr wrap="square" rtlCol="0" anchor="t">
            <a:spAutoFit/>
          </a:bodyPr>
          <a:p>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修改项目为</a:t>
            </a:r>
            <a:r>
              <a:rPr lang="en-US" altLang="zh-CN"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OpenHarmony(API 10)</a:t>
            </a:r>
            <a:endParaRPr lang="en-US" altLang="zh-CN"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edg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26490" y="189230"/>
            <a:ext cx="7193280" cy="583565"/>
          </a:xfrm>
          <a:prstGeom prst="rect">
            <a:avLst/>
          </a:prstGeom>
          <a:noFill/>
        </p:spPr>
        <p:txBody>
          <a:bodyPr wrap="square" rtlCol="0" anchor="t">
            <a:spAutoFit/>
          </a:bodyPr>
          <a:p>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验证项目改为</a:t>
            </a:r>
            <a:r>
              <a:rPr lang="en-US" altLang="zh-CN"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OpenHarmony(API 10)</a:t>
            </a:r>
            <a:endParaRPr lang="en-US" altLang="zh-CN"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3" name="文本框 2"/>
          <p:cNvSpPr txBox="1"/>
          <p:nvPr/>
        </p:nvSpPr>
        <p:spPr>
          <a:xfrm>
            <a:off x="1054100" y="981710"/>
            <a:ext cx="6096000" cy="398780"/>
          </a:xfrm>
          <a:prstGeom prst="rect">
            <a:avLst/>
          </a:prstGeom>
          <a:noFill/>
        </p:spPr>
        <p:txBody>
          <a:bodyPr wrap="square" rtlCol="0" anchor="t">
            <a:spAutoFit/>
          </a:bodyPr>
          <a:p>
            <a:r>
              <a:rPr lang="zh-CN" altLang="en-US" sz="2000">
                <a:effectLst/>
                <a:latin typeface="微软雅黑" panose="020B0503020204020204" pitchFamily="34" charset="-122"/>
                <a:ea typeface="微软雅黑" panose="020B0503020204020204" pitchFamily="34" charset="-122"/>
                <a:cs typeface="微软雅黑" panose="020B0503020204020204" pitchFamily="34" charset="-122"/>
                <a:sym typeface="+mn-ea"/>
              </a:rPr>
              <a:t>打开项目的基本信息，验证项目的</a:t>
            </a:r>
            <a:r>
              <a:rPr lang="en-US" altLang="zh-CN" sz="2000">
                <a:effectLst/>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sz="2000">
                <a:effectLst/>
                <a:latin typeface="微软雅黑" panose="020B0503020204020204" pitchFamily="34" charset="-122"/>
                <a:ea typeface="微软雅黑" panose="020B0503020204020204" pitchFamily="34" charset="-122"/>
                <a:cs typeface="微软雅黑" panose="020B0503020204020204" pitchFamily="34" charset="-122"/>
                <a:sym typeface="+mn-ea"/>
              </a:rPr>
              <a:t>版本：</a:t>
            </a:r>
            <a:endParaRPr lang="zh-CN" altLang="en-US" sz="2000" dirty="0" smtClean="0">
              <a:solidFill>
                <a:schemeClr val="tx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1198245" y="1773555"/>
            <a:ext cx="8514080" cy="37223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000" fill="hold">
                                          <p:stCondLst>
                                            <p:cond delay="0"/>
                                          </p:stCondLst>
                                        </p:cTn>
                                        <p:tgtEl>
                                          <p:spTgt spid="6"/>
                                        </p:tgtEl>
                                        <p:attrNameLst>
                                          <p:attrName>style.visibility</p:attrName>
                                        </p:attrNameLst>
                                      </p:cBhvr>
                                      <p:to>
                                        <p:strVal val="visible"/>
                                      </p:to>
                                    </p:set>
                                    <p:animEffect transition="in" filter="wedg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22300" y="909320"/>
            <a:ext cx="10753725" cy="829945"/>
          </a:xfrm>
          <a:prstGeom prst="rect">
            <a:avLst/>
          </a:prstGeom>
          <a:noFill/>
        </p:spPr>
        <p:txBody>
          <a:bodyPr wrap="square" rtlCol="0" anchor="t">
            <a:spAutoFit/>
          </a:bodyPr>
          <a:p>
            <a:pPr indent="266700">
              <a:lnSpc>
                <a:spcPct val="120000"/>
              </a:lnSpc>
            </a:pPr>
            <a:r>
              <a:rPr lang="zh-CN" altLang="en-US"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在创建工程时，也可以在模版中选择“</a:t>
            </a:r>
            <a:r>
              <a:rPr lang="en-US" altLang="zh-CN"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 Empty Ability”</a:t>
            </a:r>
            <a:r>
              <a:rPr lang="zh-CN" altLang="en-US"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，这样创建出来的工程直接就是</a:t>
            </a:r>
            <a:r>
              <a:rPr lang="en-US" altLang="zh-CN"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API 10</a:t>
            </a:r>
            <a:r>
              <a:rPr lang="zh-CN" altLang="en-US"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的</a:t>
            </a:r>
            <a:r>
              <a:rPr lang="en-US" altLang="zh-CN"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OpenHarmony</a:t>
            </a:r>
            <a:r>
              <a:rPr lang="zh-CN" altLang="en-US" sz="200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工程。</a:t>
            </a:r>
            <a:endParaRPr lang="zh-CN" altLang="en-US" sz="2000" dirty="0" smtClean="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pic>
        <p:nvPicPr>
          <p:cNvPr id="4" name="图片 3"/>
          <p:cNvPicPr>
            <a:picLocks noChangeAspect="1"/>
          </p:cNvPicPr>
          <p:nvPr/>
        </p:nvPicPr>
        <p:blipFill>
          <a:blip r:embed="rId1"/>
          <a:stretch>
            <a:fillRect/>
          </a:stretch>
        </p:blipFill>
        <p:spPr>
          <a:xfrm>
            <a:off x="1646555" y="1738630"/>
            <a:ext cx="8239125" cy="4980940"/>
          </a:xfrm>
          <a:prstGeom prst="rect">
            <a:avLst/>
          </a:prstGeom>
        </p:spPr>
      </p:pic>
      <p:sp>
        <p:nvSpPr>
          <p:cNvPr id="3" name="文本框 2"/>
          <p:cNvSpPr txBox="1"/>
          <p:nvPr/>
        </p:nvSpPr>
        <p:spPr>
          <a:xfrm>
            <a:off x="1126490" y="117475"/>
            <a:ext cx="8439150" cy="583565"/>
          </a:xfrm>
          <a:prstGeom prst="rect">
            <a:avLst/>
          </a:prstGeom>
          <a:noFill/>
        </p:spPr>
        <p:txBody>
          <a:bodyPr wrap="square" rtlCol="0" anchor="t">
            <a:spAutoFit/>
          </a:bodyPr>
          <a:p>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直接创建</a:t>
            </a:r>
            <a:r>
              <a:rPr lang="en-US" altLang="zh-CN"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API 10</a:t>
            </a:r>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的</a:t>
            </a:r>
            <a:r>
              <a:rPr lang="en-US" altLang="zh-CN"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OpenHarmony</a:t>
            </a:r>
            <a:r>
              <a:rPr lang="zh-CN" altLang="en-US" sz="320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工程</a:t>
            </a:r>
            <a:endParaRPr lang="zh-CN" altLang="en-US" sz="3200" dirty="0" smtClean="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42390" y="2133600"/>
            <a:ext cx="9055735" cy="2676525"/>
          </a:xfrm>
          <a:prstGeom prst="rect">
            <a:avLst/>
          </a:prstGeom>
          <a:noFill/>
        </p:spPr>
        <p:txBody>
          <a:bodyPr wrap="square" rtlCol="0" anchor="t">
            <a:spAutoFit/>
          </a:bodyPr>
          <a:p>
            <a:pPr indent="266700" algn="just">
              <a:lnSpc>
                <a:spcPct val="12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需要注意的是，修改项目为API 10和运行操作系统为OpenHarmony，目前对于DevEco Studio 4.0 Release开发工具来说，都是针对单个项目的修改，即便单个项目修改完毕，当通过DevEco Studio 4.0 Release创建新项目时，默认还是API 9 ，运行操作系统还是HarmonyOS。</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a:p>
            <a:pPr indent="266700" algn="just">
              <a:lnSpc>
                <a:spcPct val="12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rPr>
              <a:t>由于DevEco Studio一直在迭代更新，随着新版本的推出，有可能项目修改为API 10的过程有所变化，读者需要关注DevEco Studio的变化以便使用新的方式进行OpenHarmony的应用开发。</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思源黑体"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150995" y="2781935"/>
            <a:ext cx="7284085" cy="829945"/>
          </a:xfrm>
          <a:prstGeom prst="rect">
            <a:avLst/>
          </a:prstGeom>
          <a:noFill/>
        </p:spPr>
        <p:txBody>
          <a:bodyPr wrap="square" lIns="91443" tIns="45720" rIns="91443" bIns="45720" rtlCol="0">
            <a:spAutoFit/>
          </a:bodyPr>
          <a:lstStyle/>
          <a:p>
            <a:r>
              <a:rPr lang="zh-CN" altLang="en-US" sz="4800" b="1" dirty="0">
                <a:latin typeface="微软雅黑" panose="020B0503020204020204" pitchFamily="34" charset="-122"/>
                <a:ea typeface="微软雅黑" panose="020B0503020204020204" pitchFamily="34" charset="-122"/>
                <a:cs typeface="+mn-ea"/>
                <a:sym typeface="Source Han Sans K Bold" panose="020B0800000000000000" pitchFamily="34" charset="-128"/>
              </a:rPr>
              <a:t>OpenHarmony</a:t>
            </a:r>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程序结构</a:t>
            </a:r>
            <a:endPar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OpenHarmony</a:t>
            </a:r>
            <a:r>
              <a:rPr sz="2400" b="1" dirty="0">
                <a:solidFill>
                  <a:srgbClr val="595959"/>
                </a:solidFill>
                <a:latin typeface="微软雅黑" panose="020B0503020204020204" pitchFamily="34" charset="-122"/>
                <a:ea typeface="微软雅黑" panose="020B0503020204020204" pitchFamily="34" charset="-122"/>
                <a:cs typeface="+mn-ea"/>
                <a:sym typeface="+mn-lt"/>
              </a:rPr>
              <a:t>程序结构</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
          <a:stretch>
            <a:fillRect/>
          </a:stretch>
        </p:blipFill>
        <p:spPr>
          <a:xfrm>
            <a:off x="944880" y="2014937"/>
            <a:ext cx="2797810" cy="3898265"/>
          </a:xfrm>
          <a:prstGeom prst="rect">
            <a:avLst/>
          </a:prstGeom>
        </p:spPr>
      </p:pic>
      <p:sp>
        <p:nvSpPr>
          <p:cNvPr id="7" name="椭圆形标注 12"/>
          <p:cNvSpPr/>
          <p:nvPr/>
        </p:nvSpPr>
        <p:spPr>
          <a:xfrm>
            <a:off x="2968625" y="1359617"/>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8" name="TextBox 35"/>
          <p:cNvSpPr txBox="1">
            <a:spLocks noChangeArrowheads="1"/>
          </p:cNvSpPr>
          <p:nvPr/>
        </p:nvSpPr>
        <p:spPr bwMode="auto">
          <a:xfrm>
            <a:off x="3247390" y="1437722"/>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5735552" y="2637711"/>
            <a:ext cx="5180379"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chemeClr val="tx1">
                    <a:lumMod val="75000"/>
                    <a:lumOff val="25000"/>
                  </a:schemeClr>
                </a:solidFill>
                <a:latin typeface="微软雅黑" panose="020B0503020204020204" pitchFamily="34" charset="-122"/>
                <a:ea typeface="微软雅黑" panose="020B0503020204020204" pitchFamily="34" charset="-122"/>
              </a:rPr>
              <a:t>熟悉</a:t>
            </a:r>
            <a:r>
              <a:rPr lang="en-US" sz="2000" dirty="0">
                <a:solidFill>
                  <a:srgbClr val="0070C0"/>
                </a:solidFill>
                <a:latin typeface="微软雅黑" panose="020B0503020204020204" pitchFamily="34" charset="-122"/>
                <a:ea typeface="微软雅黑" panose="020B0503020204020204" pitchFamily="34" charset="-122"/>
              </a:rPr>
              <a:t>OpenHarmony</a:t>
            </a:r>
            <a:r>
              <a:rPr lang="zh-CN" altLang="en-US" sz="2000" dirty="0">
                <a:solidFill>
                  <a:srgbClr val="0070C0"/>
                </a:solidFill>
                <a:latin typeface="微软雅黑" panose="020B0503020204020204" pitchFamily="34" charset="-122"/>
                <a:ea typeface="微软雅黑" panose="020B0503020204020204" pitchFamily="34" charset="-122"/>
              </a:rPr>
              <a:t>程序结构</a:t>
            </a:r>
            <a:r>
              <a:rPr sz="2000" dirty="0">
                <a:solidFill>
                  <a:schemeClr val="tx1">
                    <a:lumMod val="75000"/>
                    <a:lumOff val="25000"/>
                  </a:schemeClr>
                </a:solidFill>
                <a:latin typeface="微软雅黑" panose="020B0503020204020204" pitchFamily="34" charset="-122"/>
                <a:ea typeface="微软雅黑" panose="020B0503020204020204" pitchFamily="34" charset="-122"/>
              </a:rPr>
              <a:t>，能够</a:t>
            </a:r>
            <a:r>
              <a:rPr lang="zh-CN" sz="2000" dirty="0">
                <a:solidFill>
                  <a:schemeClr val="tx1">
                    <a:lumMod val="75000"/>
                    <a:lumOff val="25000"/>
                  </a:schemeClr>
                </a:solidFill>
                <a:latin typeface="微软雅黑" panose="020B0503020204020204" pitchFamily="34" charset="-122"/>
                <a:ea typeface="微软雅黑" panose="020B0503020204020204" pitchFamily="34" charset="-122"/>
              </a:rPr>
              <a:t>归纳</a:t>
            </a:r>
            <a:r>
              <a:rPr sz="2000" dirty="0">
                <a:solidFill>
                  <a:schemeClr val="tx1">
                    <a:lumMod val="75000"/>
                    <a:lumOff val="25000"/>
                  </a:schemeClr>
                </a:solidFill>
                <a:latin typeface="微软雅黑" panose="020B0503020204020204" pitchFamily="34" charset="-122"/>
                <a:ea typeface="微软雅黑" panose="020B0503020204020204" pitchFamily="34" charset="-122"/>
              </a:rPr>
              <a:t>OpenHarmony</a:t>
            </a:r>
            <a:r>
              <a:rPr sz="2000" dirty="0">
                <a:solidFill>
                  <a:schemeClr val="tx1">
                    <a:lumMod val="75000"/>
                    <a:lumOff val="25000"/>
                  </a:schemeClr>
                </a:solidFill>
                <a:latin typeface="微软雅黑" panose="020B0503020204020204" pitchFamily="34" charset="-122"/>
                <a:ea typeface="微软雅黑" panose="020B0503020204020204" pitchFamily="34" charset="-122"/>
              </a:rPr>
              <a:t>程序中常用的文件和文件夹的作用</a:t>
            </a:r>
            <a:endParaRPr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299308" y="2853482"/>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461510" y="981075"/>
            <a:ext cx="1808480" cy="5586730"/>
          </a:xfrm>
          <a:prstGeom prst="rect">
            <a:avLst/>
          </a:prstGeom>
        </p:spPr>
      </p:pic>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OpenHarmony</a:t>
            </a:r>
            <a:r>
              <a:rPr sz="2400" b="1" dirty="0">
                <a:solidFill>
                  <a:srgbClr val="595959"/>
                </a:solidFill>
                <a:latin typeface="微软雅黑" panose="020B0503020204020204" pitchFamily="34" charset="-122"/>
                <a:ea typeface="微软雅黑" panose="020B0503020204020204" pitchFamily="34" charset="-122"/>
                <a:cs typeface="+mn-ea"/>
                <a:sym typeface="+mn-lt"/>
              </a:rPr>
              <a:t>程序结构</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4438968" y="1557655"/>
            <a:ext cx="1836000" cy="3456000"/>
          </a:xfrm>
          <a:prstGeom prst="rect">
            <a:avLst/>
          </a:prstGeom>
          <a:ln w="19050">
            <a:solidFill>
              <a:srgbClr val="006BA9"/>
            </a:solidFill>
          </a:ln>
        </p:spPr>
        <p:txBody>
          <a:bodyPr anchor="ctr">
            <a:spAutoFit/>
          </a:bodyPr>
          <a:lstStyle/>
          <a:p>
            <a:pPr algn="ctr" fontAlgn="auto">
              <a:spcBef>
                <a:spcPts val="0"/>
              </a:spcBef>
              <a:spcAft>
                <a:spcPts val="0"/>
              </a:spcAft>
              <a:defRPr/>
            </a:pPr>
            <a:endParaRPr lang="zh-CN" altLang="en-US" kern="0" dirty="0">
              <a:solidFill>
                <a:sysClr val="windowText" lastClr="000000"/>
              </a:solidFill>
              <a:latin typeface="+mn-lt"/>
              <a:ea typeface="宋体" panose="02010600030101010101" pitchFamily="2" charset="-122"/>
              <a:cs typeface="+mn-cs"/>
            </a:endParaRPr>
          </a:p>
        </p:txBody>
      </p:sp>
      <p:cxnSp>
        <p:nvCxnSpPr>
          <p:cNvPr id="21" name="直接箭头连接符 20"/>
          <p:cNvCxnSpPr>
            <a:cxnSpLocks noChangeShapeType="1"/>
          </p:cNvCxnSpPr>
          <p:nvPr/>
        </p:nvCxnSpPr>
        <p:spPr bwMode="auto">
          <a:xfrm>
            <a:off x="6274753" y="3069590"/>
            <a:ext cx="756000" cy="0"/>
          </a:xfrm>
          <a:prstGeom prst="straightConnector1">
            <a:avLst/>
          </a:prstGeom>
          <a:noFill/>
          <a:ln w="28575" algn="ctr">
            <a:solidFill>
              <a:srgbClr val="3992DB"/>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圆角矩形 21"/>
          <p:cNvSpPr/>
          <p:nvPr/>
        </p:nvSpPr>
        <p:spPr>
          <a:xfrm>
            <a:off x="7030720" y="2846215"/>
            <a:ext cx="3614738" cy="446432"/>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anchor="ctr">
            <a:spAutoFit/>
          </a:bodyPr>
          <a:lstStyle/>
          <a:p>
            <a:pPr algn="ctr" fontAlgn="auto">
              <a:spcBef>
                <a:spcPts val="0"/>
              </a:spcBef>
              <a:spcAft>
                <a:spcPts val="0"/>
              </a:spcAft>
              <a:defRPr/>
            </a:pPr>
            <a:r>
              <a:rPr lang="zh-CN" altLang="zh-CN" sz="2000" kern="0" dirty="0">
                <a:solidFill>
                  <a:sysClr val="window" lastClr="FFFFFF"/>
                </a:solidFill>
                <a:latin typeface="微软雅黑" panose="020B0503020204020204" pitchFamily="34" charset="-122"/>
                <a:ea typeface="微软雅黑" panose="020B0503020204020204" pitchFamily="34" charset="-122"/>
                <a:cs typeface="Times New Roman" panose="02020603050405020304" charset="0"/>
              </a:rPr>
              <a:t>存放</a:t>
            </a:r>
            <a:r>
              <a:rPr lang="zh-CN" altLang="en-US" sz="2000" kern="0" dirty="0">
                <a:solidFill>
                  <a:sysClr val="window" lastClr="FFFFFF"/>
                </a:solidFill>
                <a:latin typeface="微软雅黑" panose="020B0503020204020204" pitchFamily="34" charset="-122"/>
                <a:ea typeface="微软雅黑" panose="020B0503020204020204" pitchFamily="34" charset="-122"/>
                <a:cs typeface="Times New Roman" panose="02020603050405020304" charset="0"/>
              </a:rPr>
              <a:t>程序的代码和资源等文件</a:t>
            </a:r>
            <a:endParaRPr lang="en-US" altLang="zh-CN" sz="2000" kern="0" dirty="0">
              <a:solidFill>
                <a:sysClr val="window" lastClr="FFFFFF"/>
              </a:solidFill>
              <a:latin typeface="微软雅黑" panose="020B0503020204020204" pitchFamily="34" charset="-122"/>
              <a:ea typeface="微软雅黑" panose="020B0503020204020204" pitchFamily="34" charset="-122"/>
              <a:cs typeface="Times New Roman" panose="02020603050405020304" charset="0"/>
            </a:endParaRPr>
          </a:p>
        </p:txBody>
      </p:sp>
      <p:cxnSp>
        <p:nvCxnSpPr>
          <p:cNvPr id="24" name="直接箭头连接符 23"/>
          <p:cNvCxnSpPr>
            <a:cxnSpLocks noChangeShapeType="1"/>
          </p:cNvCxnSpPr>
          <p:nvPr/>
        </p:nvCxnSpPr>
        <p:spPr bwMode="auto">
          <a:xfrm>
            <a:off x="6274753" y="5481638"/>
            <a:ext cx="756000" cy="0"/>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箭头连接符 26"/>
          <p:cNvCxnSpPr>
            <a:cxnSpLocks noChangeShapeType="1"/>
          </p:cNvCxnSpPr>
          <p:nvPr/>
        </p:nvCxnSpPr>
        <p:spPr bwMode="auto">
          <a:xfrm flipV="1">
            <a:off x="6270308" y="6017260"/>
            <a:ext cx="756000" cy="9525"/>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圆角矩形 27"/>
          <p:cNvSpPr/>
          <p:nvPr/>
        </p:nvSpPr>
        <p:spPr>
          <a:xfrm>
            <a:off x="7035800" y="5260992"/>
            <a:ext cx="2938780" cy="441926"/>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fontAlgn="auto">
              <a:spcBef>
                <a:spcPts val="0"/>
              </a:spcBef>
              <a:spcAft>
                <a:spcPts val="0"/>
              </a:spcAft>
              <a:defRPr/>
            </a:pPr>
            <a:r>
              <a:rPr lang="zh-CN" altLang="en-US"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程序的</a:t>
            </a:r>
            <a:r>
              <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profile</a:t>
            </a:r>
            <a:r>
              <a:rPr lang="zh-CN" altLang="en-US"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构建脚本</a:t>
            </a:r>
            <a:endPar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圆角矩形 3"/>
          <p:cNvSpPr/>
          <p:nvPr/>
        </p:nvSpPr>
        <p:spPr>
          <a:xfrm>
            <a:off x="7031038" y="5805983"/>
            <a:ext cx="3614737" cy="441922"/>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anchor="ctr">
            <a:spAutoFit/>
          </a:bodyPr>
          <a:lstStyle/>
          <a:p>
            <a:pPr algn="ctr" fontAlgn="auto">
              <a:spcBef>
                <a:spcPts val="0"/>
              </a:spcBef>
              <a:spcAft>
                <a:spcPts val="0"/>
              </a:spcAft>
              <a:defRPr/>
            </a:pPr>
            <a:r>
              <a:rPr lang="zh-CN" altLang="en-US"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指定项目中所使用的</a:t>
            </a:r>
            <a:r>
              <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SDK</a:t>
            </a:r>
            <a:r>
              <a:rPr lang="zh-CN" altLang="en-US"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路径</a:t>
            </a:r>
            <a:endPar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4461193" y="5373688"/>
            <a:ext cx="1836000" cy="180000"/>
          </a:xfrm>
          <a:prstGeom prst="rect">
            <a:avLst/>
          </a:prstGeom>
          <a:noFill/>
          <a:ln w="19050">
            <a:solidFill>
              <a:srgbClr val="0075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矩形 31"/>
          <p:cNvSpPr/>
          <p:nvPr/>
        </p:nvSpPr>
        <p:spPr>
          <a:xfrm>
            <a:off x="4434523" y="5949950"/>
            <a:ext cx="1836000" cy="144000"/>
          </a:xfrm>
          <a:prstGeom prst="rect">
            <a:avLst/>
          </a:prstGeom>
          <a:noFill/>
          <a:ln w="19050">
            <a:solidFill>
              <a:srgbClr val="0075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矩形 32"/>
          <p:cNvSpPr/>
          <p:nvPr/>
        </p:nvSpPr>
        <p:spPr>
          <a:xfrm>
            <a:off x="4434840" y="6085840"/>
            <a:ext cx="1836000" cy="145415"/>
          </a:xfrm>
          <a:prstGeom prst="rect">
            <a:avLst/>
          </a:prstGeom>
          <a:noFill/>
          <a:ln w="19050">
            <a:solidFill>
              <a:srgbClr val="0075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4" name="直接箭头连接符 33"/>
          <p:cNvCxnSpPr>
            <a:cxnSpLocks noChangeShapeType="1"/>
          </p:cNvCxnSpPr>
          <p:nvPr/>
        </p:nvCxnSpPr>
        <p:spPr bwMode="auto">
          <a:xfrm>
            <a:off x="6270308" y="6165850"/>
            <a:ext cx="756000" cy="0"/>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圆角矩形 34"/>
          <p:cNvSpPr/>
          <p:nvPr/>
        </p:nvSpPr>
        <p:spPr>
          <a:xfrm>
            <a:off x="7026275" y="5775533"/>
            <a:ext cx="5045075" cy="779999"/>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fontAlgn="auto">
              <a:spcBef>
                <a:spcPts val="0"/>
              </a:spcBef>
              <a:spcAft>
                <a:spcPts val="0"/>
              </a:spcAft>
              <a:defRPr/>
            </a:pPr>
            <a:r>
              <a:rPr lang="zh-CN" altLang="en-US"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配置在</a:t>
            </a:r>
            <a:r>
              <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altLang="en-US"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中使用的子项目</a:t>
            </a:r>
            <a:r>
              <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(Moudle)</a:t>
            </a:r>
            <a:endParaRPr lang="en-US" altLang="zh-CN" sz="2000" kern="0"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20"/>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21"/>
                                        </p:tgtEl>
                                        <p:attrNameLst>
                                          <p:attrName>style.visibility</p:attrName>
                                        </p:attrNameLst>
                                      </p:cBhvr>
                                      <p:to>
                                        <p:strVal val="hidden"/>
                                      </p:to>
                                    </p:set>
                                  </p:childTnLst>
                                </p:cTn>
                              </p:par>
                              <p:par>
                                <p:cTn id="20" presetID="1" presetClass="exit" presetSubtype="0" fill="hold" grpId="1" nodeType="withEffect">
                                  <p:stCondLst>
                                    <p:cond delay="0"/>
                                  </p:stCondLst>
                                  <p:childTnLst>
                                    <p:set>
                                      <p:cBhvr>
                                        <p:cTn id="21" dur="1" fill="hold">
                                          <p:stCondLst>
                                            <p:cond delay="0"/>
                                          </p:stCondLst>
                                        </p:cTn>
                                        <p:tgtEl>
                                          <p:spTgt spid="22"/>
                                        </p:tgtEl>
                                        <p:attrNameLst>
                                          <p:attrName>style.visibility</p:attrName>
                                        </p:attrNameLst>
                                      </p:cBhvr>
                                      <p:to>
                                        <p:strVal val="hidden"/>
                                      </p:to>
                                    </p:set>
                                  </p:childTnLst>
                                </p:cTn>
                              </p:par>
                              <p:par>
                                <p:cTn id="22" presetID="22" presetClass="entr" presetSubtype="8"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par>
                                <p:cTn id="25" presetID="22" presetClass="entr" presetSubtype="8"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left)">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8"/>
                                        </p:tgtEl>
                                        <p:attrNameLst>
                                          <p:attrName>style.visibility</p:attrName>
                                        </p:attrNameLst>
                                      </p:cBhvr>
                                      <p:to>
                                        <p:strVal val="hidden"/>
                                      </p:to>
                                    </p:set>
                                  </p:childTnLst>
                                </p:cTn>
                              </p:par>
                              <p:par>
                                <p:cTn id="39" presetID="22" presetClass="entr" presetSubtype="8"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par>
                                <p:cTn id="42" presetID="22" presetClass="entr" presetSubtype="8"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32"/>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27"/>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4"/>
                                        </p:tgtEl>
                                        <p:attrNameLst>
                                          <p:attrName>style.visibility</p:attrName>
                                        </p:attrNameLst>
                                      </p:cBhvr>
                                      <p:to>
                                        <p:strVal val="hidden"/>
                                      </p:to>
                                    </p:set>
                                  </p:childTnLst>
                                </p:cTn>
                              </p:par>
                              <p:par>
                                <p:cTn id="56" presetID="22" presetClass="entr" presetSubtype="8"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par>
                                <p:cTn id="59" presetID="22" presetClass="entr" presetSubtype="8"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wipe(left)">
                                      <p:cBhvr>
                                        <p:cTn id="61" dur="500"/>
                                        <p:tgtEl>
                                          <p:spTgt spid="3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wipe(left)">
                                      <p:cBhvr>
                                        <p:cTn id="6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bldLvl="0" animBg="1"/>
      <p:bldP spid="22" grpId="0" bldLvl="0" animBg="1"/>
      <p:bldP spid="22" grpId="1" bldLvl="0" animBg="1"/>
      <p:bldP spid="28" grpId="0" bldLvl="0" animBg="1"/>
      <p:bldP spid="28" grpId="1" bldLvl="0" animBg="1"/>
      <p:bldP spid="4" grpId="0" bldLvl="0" animBg="1"/>
      <p:bldP spid="4" grpId="1" bldLvl="0" animBg="1"/>
      <p:bldP spid="5" grpId="0" bldLvl="0" animBg="1"/>
      <p:bldP spid="5" grpId="1" bldLvl="0" animBg="1"/>
      <p:bldP spid="32" grpId="0" bldLvl="0" animBg="1"/>
      <p:bldP spid="32" grpId="1" bldLvl="0" animBg="1"/>
      <p:bldP spid="33" grpId="0" bldLvl="0" animBg="1"/>
      <p:bldP spid="35"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Title 1"/>
          <p:cNvSpPr txBox="1"/>
          <p:nvPr/>
        </p:nvSpPr>
        <p:spPr>
          <a:xfrm>
            <a:off x="1054100" y="18923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OpenHarmony</a:t>
            </a:r>
            <a:r>
              <a:rPr sz="2400" b="1" dirty="0">
                <a:solidFill>
                  <a:srgbClr val="595959"/>
                </a:solidFill>
                <a:latin typeface="微软雅黑" panose="020B0503020204020204" pitchFamily="34" charset="-122"/>
                <a:ea typeface="微软雅黑" panose="020B0503020204020204" pitchFamily="34" charset="-122"/>
                <a:cs typeface="+mn-ea"/>
                <a:sym typeface="+mn-lt"/>
              </a:rPr>
              <a:t>程序结构</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334010" y="1485265"/>
            <a:ext cx="7743825" cy="4707890"/>
          </a:xfrm>
          <a:prstGeom prst="rect">
            <a:avLst/>
          </a:prstGeom>
        </p:spPr>
        <p:txBody>
          <a:bodyPr wrap="square">
            <a:spAutoFit/>
          </a:bodyPr>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entry </a:t>
            </a:r>
            <a:r>
              <a:rPr lang="zh-CN" altLang="en-US" sz="2000">
                <a:solidFill>
                  <a:srgbClr val="000000"/>
                </a:solidFill>
                <a:latin typeface="微软雅黑" panose="020B0503020204020204" pitchFamily="34" charset="-122"/>
                <a:ea typeface="微软雅黑" panose="020B0503020204020204" pitchFamily="34" charset="-122"/>
              </a:rPr>
              <a:t>是应用的主模块，存放 </a:t>
            </a:r>
            <a:r>
              <a:rPr lang="en-US" altLang="zh-CN" sz="2000">
                <a:solidFill>
                  <a:srgbClr val="000000"/>
                </a:solidFill>
                <a:latin typeface="微软雅黑" panose="020B0503020204020204" pitchFamily="34" charset="-122"/>
                <a:ea typeface="微软雅黑" panose="020B0503020204020204" pitchFamily="34" charset="-122"/>
              </a:rPr>
              <a:t>HarmonyOS </a:t>
            </a:r>
            <a:r>
              <a:rPr lang="zh-CN" altLang="en-US" sz="2000">
                <a:solidFill>
                  <a:srgbClr val="000000"/>
                </a:solidFill>
                <a:latin typeface="微软雅黑" panose="020B0503020204020204" pitchFamily="34" charset="-122"/>
                <a:ea typeface="微软雅黑" panose="020B0503020204020204" pitchFamily="34" charset="-122"/>
              </a:rPr>
              <a:t>应用的代码、资源等。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oh_modules </a:t>
            </a:r>
            <a:r>
              <a:rPr lang="zh-CN" altLang="en-US" sz="2000">
                <a:solidFill>
                  <a:srgbClr val="000000"/>
                </a:solidFill>
                <a:latin typeface="微软雅黑" panose="020B0503020204020204" pitchFamily="34" charset="-122"/>
                <a:ea typeface="微软雅黑" panose="020B0503020204020204" pitchFamily="34" charset="-122"/>
              </a:rPr>
              <a:t>是工程的依赖包，存放工程依赖的源文件。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build-profile.json5 </a:t>
            </a:r>
            <a:r>
              <a:rPr lang="zh-CN" altLang="en-US" sz="2000">
                <a:solidFill>
                  <a:srgbClr val="000000"/>
                </a:solidFill>
                <a:latin typeface="微软雅黑" panose="020B0503020204020204" pitchFamily="34" charset="-122"/>
                <a:ea typeface="微软雅黑" panose="020B0503020204020204" pitchFamily="34" charset="-122"/>
              </a:rPr>
              <a:t>是工程级配置信息，包括签名、产品配置等。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hvigorfile.ts</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是工程级编译构建任务脚本，</a:t>
            </a:r>
            <a:r>
              <a:rPr lang="en-US" altLang="zh-CN" sz="2000">
                <a:solidFill>
                  <a:srgbClr val="000000"/>
                </a:solidFill>
                <a:latin typeface="微软雅黑" panose="020B0503020204020204" pitchFamily="34" charset="-122"/>
                <a:ea typeface="微软雅黑" panose="020B0503020204020204" pitchFamily="34" charset="-122"/>
              </a:rPr>
              <a:t>hvigor </a:t>
            </a:r>
            <a:r>
              <a:rPr lang="zh-CN" altLang="en-US" sz="2000">
                <a:solidFill>
                  <a:srgbClr val="000000"/>
                </a:solidFill>
                <a:latin typeface="微软雅黑" panose="020B0503020204020204" pitchFamily="34" charset="-122"/>
                <a:ea typeface="微软雅黑" panose="020B0503020204020204" pitchFamily="34" charset="-122"/>
              </a:rPr>
              <a:t>是基于任务管理机制实现的一款全新的自动化构建工具，主要提供任务注册编排，工程模型管理、配置管理等核心能力。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oh-package.json5 </a:t>
            </a:r>
            <a:r>
              <a:rPr lang="zh-CN" altLang="en-US" sz="2000">
                <a:solidFill>
                  <a:srgbClr val="000000"/>
                </a:solidFill>
                <a:latin typeface="微软雅黑" panose="020B0503020204020204" pitchFamily="34" charset="-122"/>
                <a:ea typeface="微软雅黑" panose="020B0503020204020204" pitchFamily="34" charset="-122"/>
              </a:rPr>
              <a:t>是工程级依赖配置文件，用于记录引入包的配置信息。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endParaRPr lang="zh-CN" altLang="en-US" sz="2000">
              <a:solidFill>
                <a:srgbClr val="000000"/>
              </a:solidFill>
              <a:latin typeface="微软雅黑" panose="020B0503020204020204" pitchFamily="34" charset="-122"/>
              <a:ea typeface="微软雅黑" panose="020B0503020204020204" pitchFamily="34" charset="-122"/>
            </a:endParaRPr>
          </a:p>
          <a:p>
            <a:r>
              <a:rPr lang="zh-CN" altLang="en-US" sz="2000">
                <a:solidFill>
                  <a:srgbClr val="000000"/>
                </a:solidFill>
                <a:latin typeface="微软雅黑" panose="020B0503020204020204" pitchFamily="34" charset="-122"/>
                <a:ea typeface="微软雅黑" panose="020B0503020204020204" pitchFamily="34" charset="-122"/>
              </a:rPr>
              <a:t>在 </a:t>
            </a:r>
            <a:r>
              <a:rPr lang="en-US" altLang="zh-CN" sz="2000">
                <a:solidFill>
                  <a:srgbClr val="000000"/>
                </a:solidFill>
                <a:latin typeface="微软雅黑" panose="020B0503020204020204" pitchFamily="34" charset="-122"/>
                <a:ea typeface="微软雅黑" panose="020B0503020204020204" pitchFamily="34" charset="-122"/>
              </a:rPr>
              <a:t>AppScope</a:t>
            </a:r>
            <a:r>
              <a:rPr lang="zh-CN" altLang="en-US" sz="2000">
                <a:solidFill>
                  <a:srgbClr val="000000"/>
                </a:solidFill>
                <a:latin typeface="微软雅黑" panose="020B0503020204020204" pitchFamily="34" charset="-122"/>
                <a:ea typeface="微软雅黑" panose="020B0503020204020204" pitchFamily="34" charset="-122"/>
              </a:rPr>
              <a:t>，其中有 </a:t>
            </a:r>
            <a:r>
              <a:rPr lang="en-US" altLang="zh-CN" sz="2000">
                <a:solidFill>
                  <a:srgbClr val="000000"/>
                </a:solidFill>
                <a:latin typeface="微软雅黑" panose="020B0503020204020204" pitchFamily="34" charset="-122"/>
                <a:ea typeface="微软雅黑" panose="020B0503020204020204" pitchFamily="34" charset="-122"/>
              </a:rPr>
              <a:t>resources </a:t>
            </a:r>
            <a:r>
              <a:rPr lang="zh-CN" altLang="en-US" sz="2000">
                <a:solidFill>
                  <a:srgbClr val="000000"/>
                </a:solidFill>
                <a:latin typeface="微软雅黑" panose="020B0503020204020204" pitchFamily="34" charset="-122"/>
                <a:ea typeface="微软雅黑" panose="020B0503020204020204" pitchFamily="34" charset="-122"/>
              </a:rPr>
              <a:t>文件夹和配置文件 </a:t>
            </a:r>
            <a:r>
              <a:rPr lang="en-US" altLang="zh-CN" sz="2000">
                <a:solidFill>
                  <a:srgbClr val="000000"/>
                </a:solidFill>
                <a:latin typeface="微软雅黑" panose="020B0503020204020204" pitchFamily="34" charset="-122"/>
                <a:ea typeface="微软雅黑" panose="020B0503020204020204" pitchFamily="34" charset="-122"/>
              </a:rPr>
              <a:t>app.json5</a:t>
            </a:r>
            <a:r>
              <a:rPr lang="zh-CN" altLang="en-US" sz="2000">
                <a:solidFill>
                  <a:srgbClr val="000000"/>
                </a:solidFill>
                <a:latin typeface="微软雅黑" panose="020B0503020204020204" pitchFamily="34" charset="-122"/>
                <a:ea typeface="微软雅黑" panose="020B0503020204020204" pitchFamily="34" charset="-122"/>
              </a:rPr>
              <a:t>。</a:t>
            </a:r>
            <a:endParaRPr lang="zh-CN" altLang="en-US" sz="2000">
              <a:solidFill>
                <a:srgbClr val="000000"/>
              </a:solidFill>
              <a:latin typeface="微软雅黑" panose="020B0503020204020204" pitchFamily="34" charset="-122"/>
              <a:ea typeface="微软雅黑" panose="020B0503020204020204" pitchFamily="34" charset="-122"/>
            </a:endParaRPr>
          </a:p>
          <a:p>
            <a:r>
              <a:rPr lang="en-US" altLang="zh-CN" sz="2000">
                <a:solidFill>
                  <a:srgbClr val="000000"/>
                </a:solidFill>
                <a:latin typeface="微软雅黑" panose="020B0503020204020204" pitchFamily="34" charset="-122"/>
                <a:ea typeface="微软雅黑" panose="020B0503020204020204" pitchFamily="34" charset="-122"/>
              </a:rPr>
              <a:t>AppScope&gt;resources&gt;base </a:t>
            </a:r>
            <a:r>
              <a:rPr lang="zh-CN" altLang="en-US" sz="2000">
                <a:solidFill>
                  <a:srgbClr val="000000"/>
                </a:solidFill>
                <a:latin typeface="微软雅黑" panose="020B0503020204020204" pitchFamily="34" charset="-122"/>
                <a:ea typeface="微软雅黑" panose="020B0503020204020204" pitchFamily="34" charset="-122"/>
              </a:rPr>
              <a:t>中包含 </a:t>
            </a:r>
            <a:r>
              <a:rPr lang="en-US" altLang="zh-CN" sz="2000">
                <a:solidFill>
                  <a:srgbClr val="000000"/>
                </a:solidFill>
                <a:latin typeface="微软雅黑" panose="020B0503020204020204" pitchFamily="34" charset="-122"/>
                <a:ea typeface="微软雅黑" panose="020B0503020204020204" pitchFamily="34" charset="-122"/>
              </a:rPr>
              <a:t>element </a:t>
            </a:r>
            <a:r>
              <a:rPr lang="zh-CN" altLang="en-US" sz="2000">
                <a:solidFill>
                  <a:srgbClr val="000000"/>
                </a:solidFill>
                <a:latin typeface="微软雅黑" panose="020B0503020204020204" pitchFamily="34" charset="-122"/>
                <a:ea typeface="微软雅黑" panose="020B0503020204020204" pitchFamily="34" charset="-122"/>
              </a:rPr>
              <a:t>和 </a:t>
            </a:r>
            <a:r>
              <a:rPr lang="en-US" altLang="zh-CN" sz="2000">
                <a:solidFill>
                  <a:srgbClr val="000000"/>
                </a:solidFill>
                <a:latin typeface="微软雅黑" panose="020B0503020204020204" pitchFamily="34" charset="-122"/>
                <a:ea typeface="微软雅黑" panose="020B0503020204020204" pitchFamily="34" charset="-122"/>
              </a:rPr>
              <a:t>media </a:t>
            </a:r>
            <a:r>
              <a:rPr lang="zh-CN" altLang="en-US" sz="2000">
                <a:solidFill>
                  <a:srgbClr val="000000"/>
                </a:solidFill>
                <a:latin typeface="微软雅黑" panose="020B0503020204020204" pitchFamily="34" charset="-122"/>
                <a:ea typeface="微软雅黑" panose="020B0503020204020204" pitchFamily="34" charset="-122"/>
              </a:rPr>
              <a:t>两个文件夹。</a:t>
            </a:r>
            <a:endParaRPr lang="zh-CN" altLang="en-US" sz="2000">
              <a:solidFill>
                <a:srgbClr val="000000"/>
              </a:solidFill>
              <a:latin typeface="微软雅黑" panose="020B0503020204020204" pitchFamily="34" charset="-122"/>
              <a:ea typeface="微软雅黑" panose="020B0503020204020204" pitchFamily="34" charset="-122"/>
            </a:endParaRPr>
          </a:p>
          <a:p>
            <a:r>
              <a:rPr lang="zh-CN" altLang="en-US" sz="2000">
                <a:solidFill>
                  <a:srgbClr val="000000"/>
                </a:solidFill>
                <a:latin typeface="微软雅黑" panose="020B0503020204020204" pitchFamily="34" charset="-122"/>
                <a:ea typeface="微软雅黑" panose="020B0503020204020204" pitchFamily="34" charset="-122"/>
              </a:rPr>
              <a:t>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element </a:t>
            </a:r>
            <a:r>
              <a:rPr lang="zh-CN" altLang="en-US" sz="2000">
                <a:solidFill>
                  <a:srgbClr val="000000"/>
                </a:solidFill>
                <a:latin typeface="微软雅黑" panose="020B0503020204020204" pitchFamily="34" charset="-122"/>
                <a:ea typeface="微软雅黑" panose="020B0503020204020204" pitchFamily="34" charset="-122"/>
              </a:rPr>
              <a:t>文件夹主要存放公共的字符串、布局文件等资源。 </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media </a:t>
            </a:r>
            <a:r>
              <a:rPr lang="zh-CN" altLang="en-US" sz="2000">
                <a:solidFill>
                  <a:srgbClr val="000000"/>
                </a:solidFill>
                <a:latin typeface="微软雅黑" panose="020B0503020204020204" pitchFamily="34" charset="-122"/>
                <a:ea typeface="微软雅黑" panose="020B0503020204020204" pitchFamily="34" charset="-122"/>
              </a:rPr>
              <a:t>存放全局公共的多媒体资源文件。 </a:t>
            </a:r>
            <a:endParaRPr lang="zh-CN" altLang="en-US" sz="2000">
              <a:solidFill>
                <a:srgbClr val="00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550545" y="981075"/>
            <a:ext cx="6096000" cy="398780"/>
          </a:xfrm>
          <a:prstGeom prst="rect">
            <a:avLst/>
          </a:prstGeom>
          <a:noFill/>
        </p:spPr>
        <p:txBody>
          <a:bodyPr wrap="square" rtlCol="0" anchor="t">
            <a:spAutoFit/>
          </a:bodyPr>
          <a:p>
            <a:r>
              <a:rPr lang="en-US" altLang="zh-CN" sz="2000">
                <a:solidFill>
                  <a:srgbClr val="000000"/>
                </a:solidFill>
                <a:latin typeface="微软雅黑" panose="020B0503020204020204" pitchFamily="34" charset="-122"/>
                <a:ea typeface="微软雅黑" panose="020B0503020204020204" pitchFamily="34" charset="-122"/>
                <a:sym typeface="+mn-ea"/>
              </a:rPr>
              <a:t>AppScope </a:t>
            </a:r>
            <a:r>
              <a:rPr lang="zh-CN" altLang="en-US" sz="2000">
                <a:solidFill>
                  <a:srgbClr val="000000"/>
                </a:solidFill>
                <a:latin typeface="微软雅黑" panose="020B0503020204020204" pitchFamily="34" charset="-122"/>
                <a:ea typeface="微软雅黑" panose="020B0503020204020204" pitchFamily="34" charset="-122"/>
                <a:sym typeface="+mn-ea"/>
              </a:rPr>
              <a:t>中存放应用全局所需要的资源文件。</a:t>
            </a:r>
            <a:endParaRPr lang="zh-CN" altLang="en-US" sz="2000" dirty="0" smtClean="0">
              <a:solidFill>
                <a:srgbClr val="000000"/>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8399145" y="909320"/>
            <a:ext cx="2974975" cy="58718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6445" y="909320"/>
            <a:ext cx="5687695" cy="5631180"/>
          </a:xfrm>
          <a:prstGeom prst="rect">
            <a:avLst/>
          </a:prstGeom>
        </p:spPr>
        <p:txBody>
          <a:bodyPr wrap="square">
            <a:spAutoFit/>
          </a:bodyPr>
          <a:p>
            <a:r>
              <a:rPr lang="en-US" altLang="zh-CN" sz="2000">
                <a:solidFill>
                  <a:srgbClr val="000000"/>
                </a:solidFill>
                <a:latin typeface="微软雅黑" panose="020B0503020204020204" pitchFamily="34" charset="-122"/>
                <a:ea typeface="微软雅黑" panose="020B0503020204020204" pitchFamily="34" charset="-122"/>
              </a:rPr>
              <a:t>entry&gt;src </a:t>
            </a:r>
            <a:r>
              <a:rPr lang="zh-CN" altLang="en-US" sz="2000">
                <a:solidFill>
                  <a:srgbClr val="000000"/>
                </a:solidFill>
                <a:latin typeface="微软雅黑" panose="020B0503020204020204" pitchFamily="34" charset="-122"/>
                <a:ea typeface="微软雅黑" panose="020B0503020204020204" pitchFamily="34" charset="-122"/>
              </a:rPr>
              <a:t>目录中主要包含总的 </a:t>
            </a:r>
            <a:r>
              <a:rPr lang="en-US" altLang="zh-CN" sz="2000">
                <a:solidFill>
                  <a:srgbClr val="000000"/>
                </a:solidFill>
                <a:latin typeface="微软雅黑" panose="020B0503020204020204" pitchFamily="34" charset="-122"/>
                <a:ea typeface="微软雅黑" panose="020B0503020204020204" pitchFamily="34" charset="-122"/>
              </a:rPr>
              <a:t>main </a:t>
            </a:r>
            <a:r>
              <a:rPr lang="zh-CN" altLang="en-US" sz="2000">
                <a:solidFill>
                  <a:srgbClr val="000000"/>
                </a:solidFill>
                <a:latin typeface="微软雅黑" panose="020B0503020204020204" pitchFamily="34" charset="-122"/>
                <a:ea typeface="微软雅黑" panose="020B0503020204020204" pitchFamily="34" charset="-122"/>
              </a:rPr>
              <a:t>文件夹，单元测试目录 </a:t>
            </a:r>
            <a:r>
              <a:rPr lang="en-US" altLang="zh-CN" sz="2000">
                <a:solidFill>
                  <a:srgbClr val="000000"/>
                </a:solidFill>
                <a:latin typeface="微软雅黑" panose="020B0503020204020204" pitchFamily="34" charset="-122"/>
                <a:ea typeface="微软雅黑" panose="020B0503020204020204" pitchFamily="34" charset="-122"/>
              </a:rPr>
              <a:t>ohosTest</a:t>
            </a:r>
            <a:r>
              <a:rPr lang="zh-CN" altLang="en-US" sz="2000">
                <a:solidFill>
                  <a:srgbClr val="000000"/>
                </a:solidFill>
                <a:latin typeface="微软雅黑" panose="020B0503020204020204" pitchFamily="34" charset="-122"/>
                <a:ea typeface="微软雅黑" panose="020B0503020204020204" pitchFamily="34" charset="-122"/>
              </a:rPr>
              <a:t>，以及模块级的配置文件。 </a:t>
            </a:r>
            <a:endParaRPr lang="zh-CN" altLang="en-US" sz="2000">
              <a:solidFill>
                <a:srgbClr val="000000"/>
              </a:solidFill>
              <a:latin typeface="微软雅黑" panose="020B0503020204020204" pitchFamily="34" charset="-122"/>
              <a:ea typeface="微软雅黑" panose="020B0503020204020204" pitchFamily="34" charset="-122"/>
            </a:endParaRPr>
          </a:p>
          <a:p>
            <a:pPr marL="285750" indent="-28575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main</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文件夹中，</a:t>
            </a:r>
            <a:r>
              <a:rPr lang="en-US" altLang="zh-CN" sz="2000">
                <a:solidFill>
                  <a:srgbClr val="000000"/>
                </a:solidFill>
                <a:latin typeface="微软雅黑" panose="020B0503020204020204" pitchFamily="34" charset="-122"/>
                <a:ea typeface="微软雅黑" panose="020B0503020204020204" pitchFamily="34" charset="-122"/>
              </a:rPr>
              <a:t>ets </a:t>
            </a:r>
            <a:r>
              <a:rPr lang="zh-CN" altLang="en-US" sz="2000">
                <a:solidFill>
                  <a:srgbClr val="000000"/>
                </a:solidFill>
                <a:latin typeface="微软雅黑" panose="020B0503020204020204" pitchFamily="34" charset="-122"/>
                <a:ea typeface="微软雅黑" panose="020B0503020204020204" pitchFamily="34" charset="-122"/>
              </a:rPr>
              <a:t>文件夹用于存放 </a:t>
            </a:r>
            <a:r>
              <a:rPr lang="en-US" altLang="zh-CN" sz="2000">
                <a:solidFill>
                  <a:srgbClr val="000000"/>
                </a:solidFill>
                <a:latin typeface="微软雅黑" panose="020B0503020204020204" pitchFamily="34" charset="-122"/>
                <a:ea typeface="微软雅黑" panose="020B0503020204020204" pitchFamily="34" charset="-122"/>
              </a:rPr>
              <a:t>ets </a:t>
            </a:r>
            <a:r>
              <a:rPr lang="zh-CN" altLang="en-US" sz="2000">
                <a:solidFill>
                  <a:srgbClr val="000000"/>
                </a:solidFill>
                <a:latin typeface="微软雅黑" panose="020B0503020204020204" pitchFamily="34" charset="-122"/>
                <a:ea typeface="微软雅黑" panose="020B0503020204020204" pitchFamily="34" charset="-122"/>
              </a:rPr>
              <a:t>代码，</a:t>
            </a:r>
            <a:r>
              <a:rPr lang="en-US" altLang="zh-CN" sz="2000">
                <a:solidFill>
                  <a:srgbClr val="000000"/>
                </a:solidFill>
                <a:latin typeface="微软雅黑" panose="020B0503020204020204" pitchFamily="34" charset="-122"/>
                <a:ea typeface="微软雅黑" panose="020B0503020204020204" pitchFamily="34" charset="-122"/>
              </a:rPr>
              <a:t>resources </a:t>
            </a:r>
            <a:r>
              <a:rPr lang="zh-CN" altLang="en-US" sz="2000">
                <a:solidFill>
                  <a:srgbClr val="000000"/>
                </a:solidFill>
                <a:latin typeface="微软雅黑" panose="020B0503020204020204" pitchFamily="34" charset="-122"/>
                <a:ea typeface="微软雅黑" panose="020B0503020204020204" pitchFamily="34" charset="-122"/>
              </a:rPr>
              <a:t>文件存放模块内的多媒体及布局文件 </a:t>
            </a:r>
            <a:endParaRPr lang="zh-CN" altLang="en-US" sz="2000">
              <a:solidFill>
                <a:srgbClr val="000000"/>
              </a:solidFill>
              <a:latin typeface="微软雅黑" panose="020B0503020204020204" pitchFamily="34" charset="-122"/>
              <a:ea typeface="微软雅黑" panose="020B0503020204020204" pitchFamily="34" charset="-122"/>
            </a:endParaRPr>
          </a:p>
          <a:p>
            <a:r>
              <a:rPr lang="zh-CN" altLang="en-US" sz="2000">
                <a:solidFill>
                  <a:srgbClr val="000000"/>
                </a:solidFill>
                <a:latin typeface="微软雅黑" panose="020B0503020204020204" pitchFamily="34" charset="-122"/>
                <a:ea typeface="微软雅黑" panose="020B0503020204020204" pitchFamily="34" charset="-122"/>
              </a:rPr>
              <a:t>等，</a:t>
            </a:r>
            <a:r>
              <a:rPr lang="en-US" altLang="zh-CN" sz="2000">
                <a:solidFill>
                  <a:srgbClr val="000000"/>
                </a:solidFill>
                <a:latin typeface="微软雅黑" panose="020B0503020204020204" pitchFamily="34" charset="-122"/>
                <a:ea typeface="微软雅黑" panose="020B0503020204020204" pitchFamily="34" charset="-122"/>
              </a:rPr>
              <a:t>module.json5 </a:t>
            </a:r>
            <a:r>
              <a:rPr lang="zh-CN" altLang="en-US" sz="2000">
                <a:solidFill>
                  <a:srgbClr val="000000"/>
                </a:solidFill>
                <a:latin typeface="微软雅黑" panose="020B0503020204020204" pitchFamily="34" charset="-122"/>
                <a:ea typeface="微软雅黑" panose="020B0503020204020204" pitchFamily="34" charset="-122"/>
              </a:rPr>
              <a:t>文件为模块的配置文件。 </a:t>
            </a:r>
            <a:endParaRPr lang="zh-CN" altLang="en-US" sz="2000">
              <a:solidFill>
                <a:srgbClr val="000000"/>
              </a:solidFill>
              <a:latin typeface="Wingdings" panose="05000000000000000000"/>
              <a:ea typeface="Wingdings" panose="05000000000000000000"/>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ohosTest </a:t>
            </a:r>
            <a:r>
              <a:rPr lang="zh-CN" altLang="en-US" sz="2000">
                <a:solidFill>
                  <a:srgbClr val="000000"/>
                </a:solidFill>
                <a:latin typeface="微软雅黑" panose="020B0503020204020204" pitchFamily="34" charset="-122"/>
                <a:ea typeface="微软雅黑" panose="020B0503020204020204" pitchFamily="34" charset="-122"/>
              </a:rPr>
              <a:t>是单元测试目录。</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build-profile.json5 </a:t>
            </a:r>
            <a:r>
              <a:rPr lang="zh-CN" altLang="en-US" sz="2000">
                <a:solidFill>
                  <a:srgbClr val="000000"/>
                </a:solidFill>
                <a:latin typeface="微软雅黑" panose="020B0503020204020204" pitchFamily="34" charset="-122"/>
                <a:ea typeface="微软雅黑" panose="020B0503020204020204" pitchFamily="34" charset="-122"/>
              </a:rPr>
              <a:t>是模块级配置信息，包括编译构建配置项。</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hvigorfile.ts </a:t>
            </a:r>
            <a:r>
              <a:rPr lang="zh-CN" altLang="en-US" sz="2000">
                <a:solidFill>
                  <a:srgbClr val="000000"/>
                </a:solidFill>
                <a:latin typeface="微软雅黑" panose="020B0503020204020204" pitchFamily="34" charset="-122"/>
                <a:ea typeface="微软雅黑" panose="020B0503020204020204" pitchFamily="34" charset="-122"/>
              </a:rPr>
              <a:t>文件是模块级构建脚本。</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oh-package.json5</a:t>
            </a:r>
            <a:r>
              <a:rPr lang="zh-CN" altLang="en-US" sz="2000">
                <a:solidFill>
                  <a:srgbClr val="000000"/>
                </a:solidFill>
                <a:latin typeface="微软雅黑" panose="020B0503020204020204" pitchFamily="34" charset="-122"/>
                <a:ea typeface="微软雅黑" panose="020B0503020204020204" pitchFamily="34" charset="-122"/>
              </a:rPr>
              <a:t> 是模块级依赖配置信息文件。</a:t>
            </a:r>
            <a:endParaRPr lang="zh-CN" altLang="en-US" sz="2000">
              <a:solidFill>
                <a:srgbClr val="000000"/>
              </a:solidFill>
              <a:latin typeface="微软雅黑" panose="020B0503020204020204" pitchFamily="34" charset="-122"/>
              <a:ea typeface="微软雅黑" panose="020B0503020204020204" pitchFamily="34" charset="-122"/>
            </a:endParaRPr>
          </a:p>
          <a:p>
            <a:r>
              <a:rPr lang="zh-CN" altLang="en-US" sz="2000">
                <a:solidFill>
                  <a:srgbClr val="000000"/>
                </a:solidFill>
                <a:latin typeface="微软雅黑" panose="020B0503020204020204" pitchFamily="34" charset="-122"/>
                <a:ea typeface="微软雅黑" panose="020B0503020204020204" pitchFamily="34" charset="-122"/>
              </a:rPr>
              <a:t>进入 src&gt;main&gt;ets 目录中，其分为 entryability、pages 两个文件夹。</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entryability </a:t>
            </a:r>
            <a:r>
              <a:rPr lang="zh-CN" altLang="en-US" sz="2000">
                <a:solidFill>
                  <a:srgbClr val="000000"/>
                </a:solidFill>
                <a:latin typeface="微软雅黑" panose="020B0503020204020204" pitchFamily="34" charset="-122"/>
                <a:ea typeface="微软雅黑" panose="020B0503020204020204" pitchFamily="34" charset="-122"/>
              </a:rPr>
              <a:t>存放 ability 文件，用于当前 ability 应用逻辑和生命周期管理。</a:t>
            </a:r>
            <a:endParaRPr lang="zh-CN" altLang="en-US" sz="2000">
              <a:solidFill>
                <a:srgbClr val="000000"/>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Ø"/>
            </a:pPr>
            <a:r>
              <a:rPr lang="zh-CN" altLang="zh-CN" sz="2000" dirty="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pages </a:t>
            </a:r>
            <a:r>
              <a:rPr lang="zh-CN" altLang="en-US" sz="2000">
                <a:solidFill>
                  <a:srgbClr val="000000"/>
                </a:solidFill>
                <a:latin typeface="微软雅黑" panose="020B0503020204020204" pitchFamily="34" charset="-122"/>
                <a:ea typeface="微软雅黑" panose="020B0503020204020204" pitchFamily="34" charset="-122"/>
              </a:rPr>
              <a:t>存放 UI 界面相关代码文件，初始会生成一个 Index 页面。</a:t>
            </a:r>
            <a:endParaRPr lang="zh-CN" altLang="en-US" sz="2000">
              <a:solidFill>
                <a:srgbClr val="00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26490" y="189230"/>
            <a:ext cx="6096000" cy="460375"/>
          </a:xfrm>
          <a:prstGeom prst="rect">
            <a:avLst/>
          </a:prstGeom>
          <a:noFill/>
        </p:spPr>
        <p:txBody>
          <a:bodyPr wrap="square" rtlCol="0" anchor="t">
            <a:spAutoFit/>
          </a:bodyPr>
          <a:p>
            <a:pPr algn="l"/>
            <a:r>
              <a:rPr b="1" dirty="0">
                <a:solidFill>
                  <a:srgbClr val="595959"/>
                </a:solidFill>
                <a:latin typeface="微软雅黑" panose="020B0503020204020204" pitchFamily="34" charset="-122"/>
                <a:ea typeface="微软雅黑" panose="020B0503020204020204" pitchFamily="34" charset="-122"/>
                <a:cs typeface="+mn-ea"/>
                <a:sym typeface="+mn-ea"/>
              </a:rPr>
              <a:t>entry</a:t>
            </a:r>
            <a:r>
              <a:rPr b="1" dirty="0">
                <a:solidFill>
                  <a:srgbClr val="595959"/>
                </a:solidFill>
                <a:latin typeface="微软雅黑" panose="020B0503020204020204" pitchFamily="34" charset="-122"/>
                <a:ea typeface="微软雅黑" panose="020B0503020204020204" pitchFamily="34" charset="-122"/>
                <a:cs typeface="+mn-ea"/>
                <a:sym typeface="+mn-lt"/>
              </a:rPr>
              <a:t>程序结构</a:t>
            </a:r>
            <a:endParaRPr lang="zh-CN" altLang="en-US" sz="12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7174865" y="1197610"/>
            <a:ext cx="3436620" cy="51161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38200" y="1125220"/>
            <a:ext cx="3747135" cy="3099435"/>
          </a:xfrm>
          <a:prstGeom prst="rect">
            <a:avLst/>
          </a:prstGeom>
        </p:spPr>
        <p:txBody>
          <a:bodyPr wrap="square">
            <a:noAutofit/>
          </a:bodyPr>
          <a:p>
            <a:r>
              <a:rPr lang="en-US" altLang="zh-CN" sz="2000">
                <a:solidFill>
                  <a:srgbClr val="000000"/>
                </a:solidFill>
                <a:latin typeface="微软雅黑" panose="020B0503020204020204" pitchFamily="34" charset="-122"/>
                <a:ea typeface="微软雅黑" panose="020B0503020204020204" pitchFamily="34" charset="-122"/>
              </a:rPr>
              <a:t>resources </a:t>
            </a:r>
            <a:r>
              <a:rPr lang="zh-CN" altLang="en-US" sz="2000">
                <a:solidFill>
                  <a:srgbClr val="000000"/>
                </a:solidFill>
                <a:latin typeface="微软雅黑" panose="020B0503020204020204" pitchFamily="34" charset="-122"/>
                <a:ea typeface="微软雅黑" panose="020B0503020204020204" pitchFamily="34" charset="-122"/>
              </a:rPr>
              <a:t>目录下存放模块公共的多媒体、字符串及布局文件等资源，分别存放在 </a:t>
            </a:r>
            <a:r>
              <a:rPr lang="en-US" altLang="zh-CN" sz="2000">
                <a:solidFill>
                  <a:srgbClr val="000000"/>
                </a:solidFill>
                <a:latin typeface="微软雅黑" panose="020B0503020204020204" pitchFamily="34" charset="-122"/>
                <a:ea typeface="微软雅黑" panose="020B0503020204020204" pitchFamily="34" charset="-122"/>
              </a:rPr>
              <a:t>element</a:t>
            </a:r>
            <a:r>
              <a:rPr lang="zh-CN" altLang="en-US" sz="2000">
                <a:solidFill>
                  <a:srgbClr val="000000"/>
                </a:solidFill>
                <a:latin typeface="微软雅黑" panose="020B0503020204020204" pitchFamily="34" charset="-122"/>
                <a:ea typeface="微软雅黑" panose="020B0503020204020204" pitchFamily="34" charset="-122"/>
              </a:rPr>
              <a:t>、</a:t>
            </a:r>
            <a:r>
              <a:rPr lang="en-US" altLang="zh-CN" sz="2000">
                <a:solidFill>
                  <a:srgbClr val="000000"/>
                </a:solidFill>
                <a:latin typeface="微软雅黑" panose="020B0503020204020204" pitchFamily="34" charset="-122"/>
                <a:ea typeface="微软雅黑" panose="020B0503020204020204" pitchFamily="34" charset="-122"/>
              </a:rPr>
              <a:t>media </a:t>
            </a:r>
            <a:r>
              <a:rPr lang="zh-CN" altLang="en-US" sz="2000">
                <a:solidFill>
                  <a:srgbClr val="000000"/>
                </a:solidFill>
                <a:latin typeface="微软雅黑" panose="020B0503020204020204" pitchFamily="34" charset="-122"/>
                <a:ea typeface="微软雅黑" panose="020B0503020204020204" pitchFamily="34" charset="-122"/>
              </a:rPr>
              <a:t>文件夹中。 </a:t>
            </a:r>
            <a:endParaRPr lang="zh-CN" altLang="en-US" sz="200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5662930" y="909320"/>
            <a:ext cx="3864610" cy="56997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247255" y="1845310"/>
            <a:ext cx="2162175" cy="742950"/>
          </a:xfrm>
          <a:prstGeom prst="rect">
            <a:avLst/>
          </a:prstGeom>
        </p:spPr>
      </p:pic>
      <p:sp>
        <p:nvSpPr>
          <p:cNvPr id="3" name="文本框 2"/>
          <p:cNvSpPr txBox="1"/>
          <p:nvPr/>
        </p:nvSpPr>
        <p:spPr>
          <a:xfrm>
            <a:off x="5899467" y="3429635"/>
            <a:ext cx="5080000" cy="2061210"/>
          </a:xfrm>
          <a:prstGeom prst="rect">
            <a:avLst/>
          </a:prstGeom>
        </p:spPr>
        <p:txBody>
          <a:bodyPr>
            <a:spAutoFit/>
          </a:bodyPr>
          <a:p>
            <a:r>
              <a:rPr lang="en-US" altLang="zh-CN" sz="1600">
                <a:solidFill>
                  <a:srgbClr val="871094"/>
                </a:solidFill>
                <a:latin typeface="微软雅黑" panose="020B0503020204020204" pitchFamily="34" charset="-122"/>
                <a:ea typeface="微软雅黑" panose="020B0503020204020204" pitchFamily="34" charset="-122"/>
              </a:rPr>
              <a:t>"app": {</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"bundleName": "com.example.myapplication",</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"vendor": "example",</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"versionCode": 1000000,</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"versionName": "1.0.0",</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"icon": "$media:app_icon",</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"label": "$string:app_name"</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a:t>
            </a:r>
            <a:endParaRPr lang="en-US" altLang="zh-CN" sz="1600">
              <a:solidFill>
                <a:srgbClr val="871094"/>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126807" y="1485582"/>
            <a:ext cx="5080000" cy="706755"/>
          </a:xfrm>
          <a:prstGeom prst="rect">
            <a:avLst/>
          </a:prstGeom>
        </p:spPr>
        <p:txBody>
          <a:bodyPr>
            <a:spAutoFit/>
          </a:bodyPr>
          <a:p>
            <a:r>
              <a:rPr lang="en-US" altLang="zh-CN" sz="2000">
                <a:solidFill>
                  <a:srgbClr val="000000"/>
                </a:solidFill>
                <a:latin typeface="微软雅黑" panose="020B0503020204020204" pitchFamily="34" charset="-122"/>
                <a:ea typeface="微软雅黑" panose="020B0503020204020204" pitchFamily="34" charset="-122"/>
              </a:rPr>
              <a:t>AppScope&gt;app.json5 </a:t>
            </a:r>
            <a:r>
              <a:rPr lang="zh-CN" altLang="en-US" sz="2000">
                <a:solidFill>
                  <a:srgbClr val="000000"/>
                </a:solidFill>
                <a:latin typeface="微软雅黑" panose="020B0503020204020204" pitchFamily="34" charset="-122"/>
                <a:ea typeface="微软雅黑" panose="020B0503020204020204" pitchFamily="34" charset="-122"/>
              </a:rPr>
              <a:t>是应用的全局的配置文件，用于存放应用公共的配置信息</a:t>
            </a:r>
            <a:endParaRPr lang="zh-CN" altLang="en-US" sz="200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838517" y="2998152"/>
            <a:ext cx="5080000" cy="2861310"/>
          </a:xfrm>
          <a:prstGeom prst="rect">
            <a:avLst/>
          </a:prstGeom>
        </p:spPr>
        <p:txBody>
          <a:bodyPr>
            <a:spAutoFit/>
          </a:bodyPr>
          <a:p>
            <a:r>
              <a:rPr lang="zh-CN" altLang="en-US" sz="2000">
                <a:solidFill>
                  <a:srgbClr val="000000"/>
                </a:solidFill>
                <a:latin typeface="微软雅黑" panose="020B0503020204020204" pitchFamily="34" charset="-122"/>
                <a:ea typeface="微软雅黑" panose="020B0503020204020204" pitchFamily="34" charset="-122"/>
              </a:rPr>
              <a:t>其中配置信息如下： </a:t>
            </a:r>
            <a:endParaRPr lang="zh-CN" altLang="en-US" sz="2000">
              <a:solidFill>
                <a:srgbClr val="000000"/>
              </a:solidFill>
              <a:latin typeface="微软雅黑" panose="020B0503020204020204" pitchFamily="34" charset="-122"/>
              <a:ea typeface="微软雅黑" panose="020B0503020204020204" pitchFamily="34" charset="-122"/>
            </a:endParaRPr>
          </a:p>
          <a:p>
            <a:endParaRPr lang="zh-CN" altLang="en-US" sz="2000">
              <a:solidFill>
                <a:srgbClr val="000000"/>
              </a:solidFill>
              <a:latin typeface="Wingdings" panose="05000000000000000000"/>
              <a:ea typeface="Wingdings" panose="05000000000000000000"/>
            </a:endParaRPr>
          </a:p>
          <a:p>
            <a:r>
              <a:rPr lang="en-US" altLang="zh-CN" sz="2000">
                <a:solidFill>
                  <a:schemeClr val="accent1">
                    <a:lumMod val="60000"/>
                    <a:lumOff val="40000"/>
                  </a:schemeClr>
                </a:solidFill>
                <a:latin typeface="微软雅黑" panose="020B0503020204020204" pitchFamily="34" charset="-122"/>
                <a:ea typeface="微软雅黑" panose="020B0503020204020204" pitchFamily="34" charset="-122"/>
              </a:rPr>
              <a:t>bundleName</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是包名。 </a:t>
            </a:r>
            <a:endParaRPr lang="zh-CN" altLang="en-US" sz="2000">
              <a:solidFill>
                <a:srgbClr val="000000"/>
              </a:solidFill>
              <a:latin typeface="微软雅黑" panose="020B0503020204020204" pitchFamily="34" charset="-122"/>
              <a:ea typeface="微软雅黑" panose="020B0503020204020204" pitchFamily="34" charset="-122"/>
            </a:endParaRPr>
          </a:p>
          <a:p>
            <a:endParaRPr lang="zh-CN" altLang="en-US" sz="2000">
              <a:solidFill>
                <a:srgbClr val="000000"/>
              </a:solidFill>
              <a:latin typeface="Wingdings" panose="05000000000000000000"/>
              <a:ea typeface="Wingdings" panose="05000000000000000000"/>
            </a:endParaRPr>
          </a:p>
          <a:p>
            <a:r>
              <a:rPr lang="en-US" altLang="zh-CN" sz="2000">
                <a:solidFill>
                  <a:schemeClr val="accent1">
                    <a:lumMod val="60000"/>
                    <a:lumOff val="40000"/>
                  </a:schemeClr>
                </a:solidFill>
                <a:latin typeface="微软雅黑" panose="020B0503020204020204" pitchFamily="34" charset="-122"/>
                <a:ea typeface="微软雅黑" panose="020B0503020204020204" pitchFamily="34" charset="-122"/>
              </a:rPr>
              <a:t>vendor</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是应用程序供应商。 </a:t>
            </a:r>
            <a:endParaRPr lang="zh-CN" altLang="en-US" sz="2000">
              <a:solidFill>
                <a:srgbClr val="000000"/>
              </a:solidFill>
              <a:latin typeface="微软雅黑" panose="020B0503020204020204" pitchFamily="34" charset="-122"/>
              <a:ea typeface="微软雅黑" panose="020B0503020204020204" pitchFamily="34" charset="-122"/>
            </a:endParaRPr>
          </a:p>
          <a:p>
            <a:endParaRPr lang="zh-CN" altLang="en-US" sz="2000">
              <a:solidFill>
                <a:srgbClr val="000000"/>
              </a:solidFill>
              <a:latin typeface="Wingdings" panose="05000000000000000000"/>
              <a:ea typeface="Wingdings" panose="05000000000000000000"/>
            </a:endParaRPr>
          </a:p>
          <a:p>
            <a:r>
              <a:rPr lang="en-US" altLang="zh-CN" sz="2000">
                <a:solidFill>
                  <a:schemeClr val="accent1">
                    <a:lumMod val="60000"/>
                    <a:lumOff val="40000"/>
                  </a:schemeClr>
                </a:solidFill>
                <a:latin typeface="微软雅黑" panose="020B0503020204020204" pitchFamily="34" charset="-122"/>
                <a:ea typeface="微软雅黑" panose="020B0503020204020204" pitchFamily="34" charset="-122"/>
              </a:rPr>
              <a:t>versionCode</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是用于区分应用版本。 </a:t>
            </a:r>
            <a:endParaRPr lang="zh-CN" altLang="en-US" sz="2000">
              <a:solidFill>
                <a:srgbClr val="000000"/>
              </a:solidFill>
              <a:latin typeface="微软雅黑" panose="020B0503020204020204" pitchFamily="34" charset="-122"/>
              <a:ea typeface="微软雅黑" panose="020B0503020204020204" pitchFamily="34" charset="-122"/>
            </a:endParaRPr>
          </a:p>
          <a:p>
            <a:endParaRPr lang="zh-CN" altLang="en-US" sz="2000">
              <a:solidFill>
                <a:srgbClr val="000000"/>
              </a:solidFill>
              <a:latin typeface="Wingdings" panose="05000000000000000000"/>
              <a:ea typeface="Wingdings" panose="05000000000000000000"/>
            </a:endParaRPr>
          </a:p>
          <a:p>
            <a:r>
              <a:rPr lang="en-US" altLang="zh-CN" sz="2000">
                <a:solidFill>
                  <a:schemeClr val="accent1">
                    <a:lumMod val="60000"/>
                    <a:lumOff val="40000"/>
                  </a:schemeClr>
                </a:solidFill>
                <a:latin typeface="微软雅黑" panose="020B0503020204020204" pitchFamily="34" charset="-122"/>
                <a:ea typeface="微软雅黑" panose="020B0503020204020204" pitchFamily="34" charset="-122"/>
              </a:rPr>
              <a:t>versionName</a:t>
            </a:r>
            <a:r>
              <a:rPr lang="en-US" altLang="zh-CN" sz="2000">
                <a:solidFill>
                  <a:srgbClr val="000000"/>
                </a:solidFill>
                <a:latin typeface="微软雅黑" panose="020B0503020204020204" pitchFamily="34" charset="-122"/>
                <a:ea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rPr>
              <a:t>是版本号。 </a:t>
            </a:r>
            <a:endParaRPr lang="zh-CN" altLang="en-US" sz="200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86852" y="1053782"/>
            <a:ext cx="5080000" cy="583565"/>
          </a:xfrm>
          <a:prstGeom prst="rect">
            <a:avLst/>
          </a:prstGeom>
        </p:spPr>
        <p:txBody>
          <a:bodyPr>
            <a:spAutoFit/>
          </a:bodyPr>
          <a:p>
            <a:r>
              <a:rPr lang="en-US" altLang="zh-CN" sz="1600">
                <a:solidFill>
                  <a:srgbClr val="000000"/>
                </a:solidFill>
                <a:latin typeface="微软雅黑" panose="020B0503020204020204" pitchFamily="34" charset="-122"/>
                <a:ea typeface="微软雅黑" panose="020B0503020204020204" pitchFamily="34" charset="-122"/>
              </a:rPr>
              <a:t>entry&gt;src&gt;main&gt;module.json5 </a:t>
            </a:r>
            <a:r>
              <a:rPr lang="zh-CN" altLang="en-US" sz="1600">
                <a:solidFill>
                  <a:srgbClr val="000000"/>
                </a:solidFill>
                <a:latin typeface="微软雅黑" panose="020B0503020204020204" pitchFamily="34" charset="-122"/>
                <a:ea typeface="微软雅黑" panose="020B0503020204020204" pitchFamily="34" charset="-122"/>
              </a:rPr>
              <a:t>是模块的配置文件，包含当前模块的配置信息。</a:t>
            </a:r>
            <a:endParaRPr lang="zh-CN" altLang="en-US" sz="160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1558290" y="2493645"/>
            <a:ext cx="3219450" cy="2733675"/>
          </a:xfrm>
          <a:prstGeom prst="rect">
            <a:avLst/>
          </a:prstGeom>
        </p:spPr>
      </p:pic>
      <p:sp>
        <p:nvSpPr>
          <p:cNvPr id="4" name="文本框 3"/>
          <p:cNvSpPr txBox="1"/>
          <p:nvPr/>
        </p:nvSpPr>
        <p:spPr>
          <a:xfrm>
            <a:off x="6743065" y="405130"/>
            <a:ext cx="6184265" cy="6369685"/>
          </a:xfrm>
          <a:prstGeom prst="rect">
            <a:avLst/>
          </a:prstGeom>
        </p:spPr>
        <p:txBody>
          <a:bodyPr wrap="square">
            <a:spAutoFit/>
          </a:bodyPr>
          <a:p>
            <a:r>
              <a:rPr lang="en-US" altLang="zh-CN" sz="1200">
                <a:solidFill>
                  <a:srgbClr val="871094"/>
                </a:solidFill>
                <a:latin typeface="微软雅黑" panose="020B0503020204020204" pitchFamily="34" charset="-122"/>
                <a:ea typeface="微软雅黑" panose="020B0503020204020204" pitchFamily="34" charset="-122"/>
              </a:rPr>
              <a:t>"module":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"name": "entry",</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"type": "entry",</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"description": "$string:module_desc",</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"mainElement": "EntryAbility",</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"deviceTypes":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"phone",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"tablet",</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"2in1"</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"deliveryWithInstall": true,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"installationFree": false,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"pages": "$profile:main_pages",</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"abilities":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"name": "EntryAbility",</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"srcEntry": "./ets/entryability/EntryAbility.ets",</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"description": "$string:EntryAbility_desc",</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"icon": "$media:layered_image",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"label": "$string:EntryAbility_label",</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"startWindowIcon": "$media:startIcon",</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"startWindowBackground": "$color:start_window_background",</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"exported": true,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"skills":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"entities":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"entity.system.home"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"actions":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"action.system.home"</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endParaRPr lang="en-US" altLang="zh-CN" sz="1200">
              <a:solidFill>
                <a:srgbClr val="871094"/>
              </a:solidFill>
              <a:latin typeface="微软雅黑" panose="020B0503020204020204" pitchFamily="34" charset="-122"/>
              <a:ea typeface="微软雅黑" panose="020B0503020204020204" pitchFamily="34" charset="-122"/>
            </a:endParaRPr>
          </a:p>
          <a:p>
            <a:r>
              <a:rPr lang="en-US" altLang="zh-CN" sz="1200">
                <a:solidFill>
                  <a:srgbClr val="871094"/>
                </a:solidFill>
                <a:latin typeface="微软雅黑" panose="020B0503020204020204" pitchFamily="34" charset="-122"/>
                <a:ea typeface="微软雅黑" panose="020B0503020204020204" pitchFamily="34" charset="-122"/>
              </a:rPr>
              <a:t>      }</a:t>
            </a:r>
            <a:r>
              <a:rPr lang="en-US" altLang="zh-CN" sz="1200">
                <a:solidFill>
                  <a:srgbClr val="067D17"/>
                </a:solidFill>
                <a:latin typeface="微软雅黑" panose="020B0503020204020204" pitchFamily="34" charset="-122"/>
                <a:ea typeface="微软雅黑" panose="020B0503020204020204" pitchFamily="34" charset="-122"/>
              </a:rPr>
              <a:t>          </a:t>
            </a:r>
            <a:endParaRPr lang="en-US" altLang="zh-CN" sz="1200">
              <a:solidFill>
                <a:srgbClr val="067D17"/>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82345" y="1701165"/>
            <a:ext cx="3583305" cy="1938020"/>
          </a:xfrm>
          <a:prstGeom prst="rect">
            <a:avLst/>
          </a:prstGeom>
        </p:spPr>
        <p:txBody>
          <a:bodyPr wrap="square">
            <a:spAutoFit/>
          </a:bodyPr>
          <a:p>
            <a:r>
              <a:rPr lang="en-US" altLang="zh-CN" sz="2000">
                <a:solidFill>
                  <a:srgbClr val="000000"/>
                </a:solidFill>
                <a:latin typeface="微软雅黑" panose="020B0503020204020204" pitchFamily="34" charset="-122"/>
                <a:ea typeface="微软雅黑" panose="020B0503020204020204" pitchFamily="34" charset="-122"/>
              </a:rPr>
              <a:t>src/main/resources/base/profile/main_pages.json </a:t>
            </a:r>
            <a:r>
              <a:rPr lang="zh-CN" altLang="en-US" sz="2000">
                <a:solidFill>
                  <a:srgbClr val="000000"/>
                </a:solidFill>
                <a:latin typeface="微软雅黑" panose="020B0503020204020204" pitchFamily="34" charset="-122"/>
                <a:ea typeface="微软雅黑" panose="020B0503020204020204" pitchFamily="34" charset="-122"/>
              </a:rPr>
              <a:t>文件保存的是页面 </a:t>
            </a:r>
            <a:r>
              <a:rPr lang="en-US" altLang="zh-CN" sz="2000">
                <a:solidFill>
                  <a:srgbClr val="000000"/>
                </a:solidFill>
                <a:latin typeface="微软雅黑" panose="020B0503020204020204" pitchFamily="34" charset="-122"/>
                <a:ea typeface="微软雅黑" panose="020B0503020204020204" pitchFamily="34" charset="-122"/>
              </a:rPr>
              <a:t>page </a:t>
            </a:r>
            <a:r>
              <a:rPr lang="zh-CN" altLang="en-US" sz="2000">
                <a:solidFill>
                  <a:srgbClr val="000000"/>
                </a:solidFill>
                <a:latin typeface="微软雅黑" panose="020B0503020204020204" pitchFamily="34" charset="-122"/>
                <a:ea typeface="微软雅黑" panose="020B0503020204020204" pitchFamily="34" charset="-122"/>
              </a:rPr>
              <a:t>的路径配置信息，所有需要进 </a:t>
            </a:r>
            <a:endParaRPr lang="zh-CN" altLang="en-US" sz="2000">
              <a:solidFill>
                <a:srgbClr val="000000"/>
              </a:solidFill>
              <a:latin typeface="微软雅黑" panose="020B0503020204020204" pitchFamily="34" charset="-122"/>
              <a:ea typeface="微软雅黑" panose="020B0503020204020204" pitchFamily="34" charset="-122"/>
            </a:endParaRPr>
          </a:p>
          <a:p>
            <a:r>
              <a:rPr lang="zh-CN" altLang="en-US" sz="2000">
                <a:solidFill>
                  <a:srgbClr val="000000"/>
                </a:solidFill>
                <a:latin typeface="微软雅黑" panose="020B0503020204020204" pitchFamily="34" charset="-122"/>
                <a:ea typeface="微软雅黑" panose="020B0503020204020204" pitchFamily="34" charset="-122"/>
              </a:rPr>
              <a:t>行路由跳转的 </a:t>
            </a:r>
            <a:r>
              <a:rPr lang="en-US" altLang="zh-CN" sz="2000">
                <a:solidFill>
                  <a:srgbClr val="000000"/>
                </a:solidFill>
                <a:latin typeface="微软雅黑" panose="020B0503020204020204" pitchFamily="34" charset="-122"/>
                <a:ea typeface="微软雅黑" panose="020B0503020204020204" pitchFamily="34" charset="-122"/>
              </a:rPr>
              <a:t>page </a:t>
            </a:r>
            <a:r>
              <a:rPr lang="zh-CN" altLang="en-US" sz="2000">
                <a:solidFill>
                  <a:srgbClr val="000000"/>
                </a:solidFill>
                <a:latin typeface="微软雅黑" panose="020B0503020204020204" pitchFamily="34" charset="-122"/>
                <a:ea typeface="微软雅黑" panose="020B0503020204020204" pitchFamily="34" charset="-122"/>
              </a:rPr>
              <a:t>页面都要在这里进行配置。</a:t>
            </a:r>
            <a:endParaRPr lang="zh-CN" altLang="en-US" sz="200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814820" y="1053465"/>
            <a:ext cx="3912235" cy="4763135"/>
          </a:xfrm>
          <a:prstGeom prst="rect">
            <a:avLst/>
          </a:prstGeom>
        </p:spPr>
      </p:pic>
      <p:sp>
        <p:nvSpPr>
          <p:cNvPr id="5" name="文本框 4"/>
          <p:cNvSpPr txBox="1"/>
          <p:nvPr/>
        </p:nvSpPr>
        <p:spPr>
          <a:xfrm>
            <a:off x="838517" y="4150042"/>
            <a:ext cx="5080000" cy="1322070"/>
          </a:xfrm>
          <a:prstGeom prst="rect">
            <a:avLst/>
          </a:prstGeom>
        </p:spPr>
        <p:txBody>
          <a:bodyPr>
            <a:spAutoFit/>
          </a:bodyPr>
          <a:p>
            <a:r>
              <a:rPr lang="en-US" altLang="zh-CN" sz="1600">
                <a:solidFill>
                  <a:srgbClr val="871094"/>
                </a:solidFill>
                <a:latin typeface="微软雅黑" panose="020B0503020204020204" pitchFamily="34" charset="-122"/>
                <a:ea typeface="微软雅黑" panose="020B0503020204020204" pitchFamily="34" charset="-122"/>
              </a:rPr>
              <a:t>{</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"src": [</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"pages/Index"</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  ]</a:t>
            </a:r>
            <a:endParaRPr lang="en-US" altLang="zh-CN" sz="1600">
              <a:solidFill>
                <a:srgbClr val="871094"/>
              </a:solidFill>
              <a:latin typeface="微软雅黑" panose="020B0503020204020204" pitchFamily="34" charset="-122"/>
              <a:ea typeface="微软雅黑" panose="020B0503020204020204" pitchFamily="34" charset="-122"/>
            </a:endParaRPr>
          </a:p>
          <a:p>
            <a:r>
              <a:rPr lang="en-US" altLang="zh-CN" sz="1600">
                <a:solidFill>
                  <a:srgbClr val="871094"/>
                </a:solidFill>
                <a:latin typeface="微软雅黑" panose="020B0503020204020204" pitchFamily="34" charset="-122"/>
                <a:ea typeface="微软雅黑" panose="020B0503020204020204" pitchFamily="34" charset="-122"/>
              </a:rPr>
              <a:t>}</a:t>
            </a:r>
            <a:endParaRPr lang="en-US" altLang="zh-CN" sz="1600">
              <a:solidFill>
                <a:srgbClr val="871094"/>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284085"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资源</a:t>
            </a:r>
            <a:r>
              <a:rPr lang="zh-CN" altLang="en-US" sz="4800" b="1" dirty="0">
                <a:latin typeface="微软雅黑" panose="020B0503020204020204" pitchFamily="34" charset="-122"/>
                <a:ea typeface="微软雅黑" panose="020B0503020204020204" pitchFamily="34" charset="-122"/>
                <a:cs typeface="+mn-ea"/>
                <a:sym typeface="Source Han Sans K Bold" panose="020B0800000000000000" pitchFamily="34" charset="-128"/>
              </a:rPr>
              <a:t>的</a:t>
            </a:r>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管理</a:t>
            </a:r>
            <a:r>
              <a:rPr lang="zh-CN" altLang="en-US" sz="4800" b="1" dirty="0">
                <a:latin typeface="微软雅黑" panose="020B0503020204020204" pitchFamily="34" charset="-122"/>
                <a:ea typeface="微软雅黑" panose="020B0503020204020204" pitchFamily="34" charset="-122"/>
                <a:cs typeface="+mn-ea"/>
                <a:sym typeface="Source Han Sans K Bold" panose="020B0800000000000000" pitchFamily="34" charset="-128"/>
              </a:rPr>
              <a:t>与</a:t>
            </a:r>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使用</a:t>
            </a:r>
            <a:endPar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1.5</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资源的管理与使用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
          <a:stretch>
            <a:fillRect/>
          </a:stretch>
        </p:blipFill>
        <p:spPr>
          <a:xfrm>
            <a:off x="944880" y="2014937"/>
            <a:ext cx="2797810" cy="3898265"/>
          </a:xfrm>
          <a:prstGeom prst="rect">
            <a:avLst/>
          </a:prstGeom>
        </p:spPr>
      </p:pic>
      <p:sp>
        <p:nvSpPr>
          <p:cNvPr id="7" name="椭圆形标注 12"/>
          <p:cNvSpPr/>
          <p:nvPr/>
        </p:nvSpPr>
        <p:spPr>
          <a:xfrm>
            <a:off x="2968625" y="1359617"/>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8" name="TextBox 35"/>
          <p:cNvSpPr txBox="1">
            <a:spLocks noChangeArrowheads="1"/>
          </p:cNvSpPr>
          <p:nvPr/>
        </p:nvSpPr>
        <p:spPr bwMode="auto">
          <a:xfrm>
            <a:off x="3247390" y="1437722"/>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5735552" y="2637711"/>
            <a:ext cx="518037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a:latin typeface="微软雅黑" panose="020B0503020204020204" pitchFamily="34" charset="-122"/>
                <a:ea typeface="微软雅黑" panose="020B0503020204020204" pitchFamily="34" charset="-122"/>
              </a:rPr>
              <a:t>掌握</a:t>
            </a:r>
            <a:r>
              <a:rPr sz="2000" dirty="0">
                <a:solidFill>
                  <a:srgbClr val="0070C0"/>
                </a:solidFill>
                <a:latin typeface="微软雅黑" panose="020B0503020204020204" pitchFamily="34" charset="-122"/>
                <a:ea typeface="微软雅黑" panose="020B0503020204020204" pitchFamily="34" charset="-122"/>
              </a:rPr>
              <a:t>资源的管理</a:t>
            </a:r>
            <a:r>
              <a:rPr lang="zh-CN" sz="2000" dirty="0">
                <a:solidFill>
                  <a:srgbClr val="0070C0"/>
                </a:solidFill>
                <a:latin typeface="微软雅黑" panose="020B0503020204020204" pitchFamily="34" charset="-122"/>
                <a:ea typeface="微软雅黑" panose="020B0503020204020204" pitchFamily="34" charset="-122"/>
              </a:rPr>
              <a:t>与使用</a:t>
            </a:r>
            <a:r>
              <a:rPr sz="2000" dirty="0">
                <a:latin typeface="微软雅黑" panose="020B0503020204020204" pitchFamily="34" charset="-122"/>
                <a:ea typeface="微软雅黑" panose="020B0503020204020204" pitchFamily="34" charset="-122"/>
              </a:rPr>
              <a:t>方式，能够灵活使用</a:t>
            </a:r>
            <a:r>
              <a:rPr lang="zh-CN" sz="2000" dirty="0">
                <a:latin typeface="微软雅黑" panose="020B0503020204020204" pitchFamily="34" charset="-122"/>
                <a:ea typeface="微软雅黑" panose="020B0503020204020204" pitchFamily="34" charset="-122"/>
              </a:rPr>
              <a:t>程序中的资源</a:t>
            </a:r>
            <a:endParaRPr lang="zh-CN" sz="2000"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299308" y="2853482"/>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98245" y="1053465"/>
            <a:ext cx="6096000" cy="1691640"/>
          </a:xfrm>
          <a:prstGeom prst="rect">
            <a:avLst/>
          </a:prstGeom>
          <a:noFill/>
        </p:spPr>
        <p:txBody>
          <a:bodyPr wrap="square" rtlCol="0" anchor="t">
            <a:spAutoFit/>
          </a:bodyPr>
          <a:p>
            <a:pPr marL="36195" lvl="0" algn="l" fontAlgn="ctr">
              <a:lnSpc>
                <a:spcPct val="130000"/>
              </a:lnSpc>
              <a:spcBef>
                <a:spcPts val="1200"/>
              </a:spcBef>
              <a:spcAft>
                <a:spcPts val="0"/>
              </a:spcAft>
              <a:buSzPct val="120000"/>
              <a:buFont typeface="Wingdings" panose="05000000000000000000" charset="0"/>
            </a:pPr>
            <a:r>
              <a:rPr sz="2000" spc="160" dirty="0">
                <a:solidFill>
                  <a:schemeClr val="dk1">
                    <a:lumMod val="75000"/>
                    <a:lumOff val="25000"/>
                  </a:schemeClr>
                </a:solidFill>
                <a:uFillTx/>
                <a:latin typeface="HarmonyOS Sans SC" panose="00000500000000000000" charset="-122"/>
                <a:ea typeface="HarmonyOS Sans SC" panose="00000500000000000000" charset="-122"/>
                <a:cs typeface="微软雅黑" panose="020B0503020204020204" pitchFamily="34" charset="-122"/>
                <a:sym typeface="+mn-ea"/>
              </a:rPr>
              <a:t>应用开发过程中，经常需要用到颜色、字体、间距、图片等资源，在不同的设备或配置中，这些资源的值可能不同，开发者们需要根据设备类型、功能需求来设置不同的参数</a:t>
            </a:r>
            <a:r>
              <a:rPr lang="zh-CN" altLang="en-US" sz="2000" spc="160" dirty="0">
                <a:solidFill>
                  <a:schemeClr val="dk1">
                    <a:lumMod val="75000"/>
                    <a:lumOff val="25000"/>
                  </a:schemeClr>
                </a:solidFill>
                <a:uFillTx/>
                <a:latin typeface="HarmonyOS Sans SC" panose="00000500000000000000" charset="-122"/>
                <a:ea typeface="HarmonyOS Sans SC" panose="00000500000000000000" charset="-122"/>
                <a:cs typeface="微软雅黑" panose="020B0503020204020204" pitchFamily="34" charset="-122"/>
                <a:sym typeface="+mn-ea"/>
              </a:rPr>
              <a:t>。</a:t>
            </a:r>
            <a:endParaRPr lang="zh-CN" altLang="en-US" sz="2000" spc="160" dirty="0" smtClean="0">
              <a:solidFill>
                <a:schemeClr val="dk1">
                  <a:lumMod val="75000"/>
                  <a:lumOff val="25000"/>
                </a:schemeClr>
              </a:solidFill>
              <a:uFillTx/>
              <a:latin typeface="HarmonyOS Sans SC" panose="00000500000000000000" charset="-122"/>
              <a:ea typeface="HarmonyOS Sans SC" panose="00000500000000000000" charset="-122"/>
              <a:cs typeface="微软雅黑" panose="020B0503020204020204" pitchFamily="34" charset="-122"/>
              <a:sym typeface="+mn-ea"/>
            </a:endParaRPr>
          </a:p>
        </p:txBody>
      </p:sp>
      <p:grpSp>
        <p:nvGrpSpPr>
          <p:cNvPr id="18" name="组合 17"/>
          <p:cNvGrpSpPr/>
          <p:nvPr>
            <p:custDataLst>
              <p:tags r:id="rId1"/>
            </p:custDataLst>
          </p:nvPr>
        </p:nvGrpSpPr>
        <p:grpSpPr>
          <a:xfrm>
            <a:off x="3406140" y="3907790"/>
            <a:ext cx="3164840" cy="1745305"/>
            <a:chOff x="1304924" y="3171825"/>
            <a:chExt cx="3164840" cy="1745305"/>
          </a:xfrm>
        </p:grpSpPr>
        <p:cxnSp>
          <p:nvCxnSpPr>
            <p:cNvPr id="9" name="直接连接符 8"/>
            <p:cNvCxnSpPr/>
            <p:nvPr>
              <p:custDataLst>
                <p:tags r:id="rId2"/>
              </p:custDataLst>
            </p:nvPr>
          </p:nvCxnSpPr>
          <p:spPr>
            <a:xfrm>
              <a:off x="1390650" y="4791075"/>
              <a:ext cx="1866900" cy="0"/>
            </a:xfrm>
            <a:prstGeom prst="line">
              <a:avLst/>
            </a:prstGeom>
            <a:ln>
              <a:solidFill>
                <a:srgbClr val="52C2A5"/>
              </a:solidFill>
            </a:ln>
          </p:spPr>
          <p:style>
            <a:lnRef idx="1">
              <a:srgbClr val="70CFE2"/>
            </a:lnRef>
            <a:fillRef idx="0">
              <a:srgbClr val="70CFE2"/>
            </a:fillRef>
            <a:effectRef idx="0">
              <a:srgbClr val="70CFE2"/>
            </a:effectRef>
            <a:fontRef idx="minor">
              <a:srgbClr val="5F5F5F"/>
            </a:fontRef>
          </p:style>
        </p:cxnSp>
        <p:cxnSp>
          <p:nvCxnSpPr>
            <p:cNvPr id="10" name="直接连接符 9"/>
            <p:cNvCxnSpPr/>
            <p:nvPr>
              <p:custDataLst>
                <p:tags r:id="rId3"/>
              </p:custDataLst>
            </p:nvPr>
          </p:nvCxnSpPr>
          <p:spPr>
            <a:xfrm>
              <a:off x="1304924" y="4907605"/>
              <a:ext cx="2505076" cy="0"/>
            </a:xfrm>
            <a:prstGeom prst="line">
              <a:avLst/>
            </a:prstGeom>
            <a:ln>
              <a:solidFill>
                <a:srgbClr val="52C2A5"/>
              </a:solidFill>
              <a:tailEnd type="oval"/>
            </a:ln>
          </p:spPr>
          <p:style>
            <a:lnRef idx="1">
              <a:srgbClr val="70CFE2"/>
            </a:lnRef>
            <a:fillRef idx="0">
              <a:srgbClr val="70CFE2"/>
            </a:fillRef>
            <a:effectRef idx="0">
              <a:srgbClr val="70CFE2"/>
            </a:effectRef>
            <a:fontRef idx="minor">
              <a:srgbClr val="5F5F5F"/>
            </a:fontRef>
          </p:style>
        </p:cxnSp>
        <p:sp>
          <p:nvSpPr>
            <p:cNvPr id="7" name="任意多边形 6"/>
            <p:cNvSpPr/>
            <p:nvPr>
              <p:custDataLst>
                <p:tags r:id="rId4"/>
              </p:custDataLst>
            </p:nvPr>
          </p:nvSpPr>
          <p:spPr>
            <a:xfrm>
              <a:off x="1304924" y="3171825"/>
              <a:ext cx="2647951" cy="1745305"/>
            </a:xfrm>
            <a:custGeom>
              <a:avLst/>
              <a:gdLst>
                <a:gd name="connsiteX0" fmla="*/ 1 w 2647951"/>
                <a:gd name="connsiteY0" fmla="*/ 0 h 1743075"/>
                <a:gd name="connsiteX1" fmla="*/ 2647951 w 2647951"/>
                <a:gd name="connsiteY1" fmla="*/ 0 h 1743075"/>
                <a:gd name="connsiteX2" fmla="*/ 2647951 w 2647951"/>
                <a:gd name="connsiteY2" fmla="*/ 1266825 h 1743075"/>
                <a:gd name="connsiteX3" fmla="*/ 297057 w 2647951"/>
                <a:gd name="connsiteY3" fmla="*/ 1266825 h 1743075"/>
                <a:gd name="connsiteX4" fmla="*/ 233437 w 2647951"/>
                <a:gd name="connsiteY4" fmla="*/ 1329240 h 1743075"/>
                <a:gd name="connsiteX5" fmla="*/ 0 w 2647951"/>
                <a:gd name="connsiteY5" fmla="*/ 1743075 h 1743075"/>
                <a:gd name="connsiteX6" fmla="*/ 0 w 2647951"/>
                <a:gd name="connsiteY6" fmla="*/ 1114425 h 1743075"/>
                <a:gd name="connsiteX7" fmla="*/ 1 w 2647951"/>
                <a:gd name="connsiteY7" fmla="*/ 1114425 h 1743075"/>
                <a:gd name="connsiteX0-1" fmla="*/ 1 w 2647951"/>
                <a:gd name="connsiteY0-2" fmla="*/ 0 h 1743075"/>
                <a:gd name="connsiteX1-3" fmla="*/ 2647951 w 2647951"/>
                <a:gd name="connsiteY1-4" fmla="*/ 0 h 1743075"/>
                <a:gd name="connsiteX2-5" fmla="*/ 2647951 w 2647951"/>
                <a:gd name="connsiteY2-6" fmla="*/ 1266825 h 1743075"/>
                <a:gd name="connsiteX3-7" fmla="*/ 297057 w 2647951"/>
                <a:gd name="connsiteY3-8" fmla="*/ 1266825 h 1743075"/>
                <a:gd name="connsiteX4-9" fmla="*/ 233437 w 2647951"/>
                <a:gd name="connsiteY4-10" fmla="*/ 1329240 h 1743075"/>
                <a:gd name="connsiteX5-11" fmla="*/ 0 w 2647951"/>
                <a:gd name="connsiteY5-12" fmla="*/ 1743075 h 1743075"/>
                <a:gd name="connsiteX6-13" fmla="*/ 0 w 2647951"/>
                <a:gd name="connsiteY6-14" fmla="*/ 1114425 h 1743075"/>
                <a:gd name="connsiteX7-15" fmla="*/ 1 w 2647951"/>
                <a:gd name="connsiteY7-16" fmla="*/ 1114425 h 1743075"/>
                <a:gd name="connsiteX8" fmla="*/ 1 w 2647951"/>
                <a:gd name="connsiteY8" fmla="*/ 0 h 1743075"/>
                <a:gd name="connsiteX0-17" fmla="*/ 1 w 2647951"/>
                <a:gd name="connsiteY0-18" fmla="*/ 0 h 1743075"/>
                <a:gd name="connsiteX1-19" fmla="*/ 2647951 w 2647951"/>
                <a:gd name="connsiteY1-20" fmla="*/ 0 h 1743075"/>
                <a:gd name="connsiteX2-21" fmla="*/ 2647951 w 2647951"/>
                <a:gd name="connsiteY2-22" fmla="*/ 1266825 h 1743075"/>
                <a:gd name="connsiteX3-23" fmla="*/ 516132 w 2647951"/>
                <a:gd name="connsiteY3-24" fmla="*/ 1323975 h 1743075"/>
                <a:gd name="connsiteX4-25" fmla="*/ 233437 w 2647951"/>
                <a:gd name="connsiteY4-26" fmla="*/ 1329240 h 1743075"/>
                <a:gd name="connsiteX5-27" fmla="*/ 0 w 2647951"/>
                <a:gd name="connsiteY5-28" fmla="*/ 1743075 h 1743075"/>
                <a:gd name="connsiteX6-29" fmla="*/ 0 w 2647951"/>
                <a:gd name="connsiteY6-30" fmla="*/ 1114425 h 1743075"/>
                <a:gd name="connsiteX7-31" fmla="*/ 1 w 2647951"/>
                <a:gd name="connsiteY7-32" fmla="*/ 1114425 h 1743075"/>
                <a:gd name="connsiteX8-33" fmla="*/ 1 w 2647951"/>
                <a:gd name="connsiteY8-34" fmla="*/ 0 h 1743075"/>
                <a:gd name="connsiteX0-35" fmla="*/ 1 w 2647951"/>
                <a:gd name="connsiteY0-36" fmla="*/ 0 h 1743075"/>
                <a:gd name="connsiteX1-37" fmla="*/ 2647951 w 2647951"/>
                <a:gd name="connsiteY1-38" fmla="*/ 0 h 1743075"/>
                <a:gd name="connsiteX2-39" fmla="*/ 2647951 w 2647951"/>
                <a:gd name="connsiteY2-40" fmla="*/ 1266825 h 1743075"/>
                <a:gd name="connsiteX3-41" fmla="*/ 516132 w 2647951"/>
                <a:gd name="connsiteY3-42" fmla="*/ 1323975 h 1743075"/>
                <a:gd name="connsiteX4-43" fmla="*/ 233437 w 2647951"/>
                <a:gd name="connsiteY4-44" fmla="*/ 1329240 h 1743075"/>
                <a:gd name="connsiteX5-45" fmla="*/ 0 w 2647951"/>
                <a:gd name="connsiteY5-46" fmla="*/ 1743075 h 1743075"/>
                <a:gd name="connsiteX6-47" fmla="*/ 0 w 2647951"/>
                <a:gd name="connsiteY6-48" fmla="*/ 1114425 h 1743075"/>
                <a:gd name="connsiteX7-49" fmla="*/ 1 w 2647951"/>
                <a:gd name="connsiteY7-50" fmla="*/ 1114425 h 1743075"/>
                <a:gd name="connsiteX8-51" fmla="*/ 1 w 2647951"/>
                <a:gd name="connsiteY8-52" fmla="*/ 0 h 1743075"/>
                <a:gd name="connsiteX0-53" fmla="*/ 1 w 2647951"/>
                <a:gd name="connsiteY0-54" fmla="*/ 0 h 1745366"/>
                <a:gd name="connsiteX1-55" fmla="*/ 2647951 w 2647951"/>
                <a:gd name="connsiteY1-56" fmla="*/ 0 h 1745366"/>
                <a:gd name="connsiteX2-57" fmla="*/ 2647951 w 2647951"/>
                <a:gd name="connsiteY2-58" fmla="*/ 1266825 h 1745366"/>
                <a:gd name="connsiteX3-59" fmla="*/ 516132 w 2647951"/>
                <a:gd name="connsiteY3-60" fmla="*/ 1323975 h 1745366"/>
                <a:gd name="connsiteX4-61" fmla="*/ 0 w 2647951"/>
                <a:gd name="connsiteY4-62" fmla="*/ 1743075 h 1745366"/>
                <a:gd name="connsiteX5-63" fmla="*/ 0 w 2647951"/>
                <a:gd name="connsiteY5-64" fmla="*/ 1114425 h 1745366"/>
                <a:gd name="connsiteX6-65" fmla="*/ 1 w 2647951"/>
                <a:gd name="connsiteY6-66" fmla="*/ 1114425 h 1745366"/>
                <a:gd name="connsiteX7-67" fmla="*/ 1 w 2647951"/>
                <a:gd name="connsiteY7-68" fmla="*/ 0 h 1745366"/>
                <a:gd name="connsiteX0-69" fmla="*/ 1 w 2647951"/>
                <a:gd name="connsiteY0-70" fmla="*/ 0 h 1745305"/>
                <a:gd name="connsiteX1-71" fmla="*/ 2647951 w 2647951"/>
                <a:gd name="connsiteY1-72" fmla="*/ 0 h 1745305"/>
                <a:gd name="connsiteX2-73" fmla="*/ 2638426 w 2647951"/>
                <a:gd name="connsiteY2-74" fmla="*/ 1333500 h 1745305"/>
                <a:gd name="connsiteX3-75" fmla="*/ 516132 w 2647951"/>
                <a:gd name="connsiteY3-76" fmla="*/ 1323975 h 1745305"/>
                <a:gd name="connsiteX4-77" fmla="*/ 0 w 2647951"/>
                <a:gd name="connsiteY4-78" fmla="*/ 1743075 h 1745305"/>
                <a:gd name="connsiteX5-79" fmla="*/ 0 w 2647951"/>
                <a:gd name="connsiteY5-80" fmla="*/ 1114425 h 1745305"/>
                <a:gd name="connsiteX6-81" fmla="*/ 1 w 2647951"/>
                <a:gd name="connsiteY6-82" fmla="*/ 1114425 h 1745305"/>
                <a:gd name="connsiteX7-83" fmla="*/ 1 w 2647951"/>
                <a:gd name="connsiteY7-84" fmla="*/ 0 h 1745305"/>
              </a:gdLst>
              <a:ahLst/>
              <a:cxnLst>
                <a:cxn ang="0">
                  <a:pos x="connsiteX0-69" y="connsiteY0-70"/>
                </a:cxn>
                <a:cxn ang="0">
                  <a:pos x="connsiteX1-71" y="connsiteY1-72"/>
                </a:cxn>
                <a:cxn ang="0">
                  <a:pos x="connsiteX2-73" y="connsiteY2-74"/>
                </a:cxn>
                <a:cxn ang="0">
                  <a:pos x="connsiteX3-75" y="connsiteY3-76"/>
                </a:cxn>
                <a:cxn ang="0">
                  <a:pos x="connsiteX4-77" y="connsiteY4-78"/>
                </a:cxn>
                <a:cxn ang="0">
                  <a:pos x="connsiteX5-79" y="connsiteY5-80"/>
                </a:cxn>
                <a:cxn ang="0">
                  <a:pos x="connsiteX6-81" y="connsiteY6-82"/>
                </a:cxn>
                <a:cxn ang="0">
                  <a:pos x="connsiteX7-83" y="connsiteY7-84"/>
                </a:cxn>
              </a:cxnLst>
              <a:rect l="l" t="t" r="r" b="b"/>
              <a:pathLst>
                <a:path w="2647951" h="1745305">
                  <a:moveTo>
                    <a:pt x="1" y="0"/>
                  </a:moveTo>
                  <a:lnTo>
                    <a:pt x="2647951" y="0"/>
                  </a:lnTo>
                  <a:lnTo>
                    <a:pt x="2638426" y="1333500"/>
                  </a:lnTo>
                  <a:cubicBezTo>
                    <a:pt x="2246610" y="1544638"/>
                    <a:pt x="955870" y="1255713"/>
                    <a:pt x="516132" y="1323975"/>
                  </a:cubicBezTo>
                  <a:cubicBezTo>
                    <a:pt x="76394" y="1392237"/>
                    <a:pt x="86022" y="1778000"/>
                    <a:pt x="0" y="1743075"/>
                  </a:cubicBezTo>
                  <a:lnTo>
                    <a:pt x="0" y="1114425"/>
                  </a:lnTo>
                  <a:lnTo>
                    <a:pt x="1" y="1114425"/>
                  </a:lnTo>
                  <a:lnTo>
                    <a:pt x="1" y="0"/>
                  </a:lnTo>
                  <a:close/>
                </a:path>
              </a:pathLst>
            </a:custGeom>
            <a:solidFill>
              <a:schemeClr val="accent2"/>
            </a:solidFill>
            <a:ln>
              <a:noFill/>
            </a:ln>
          </p:spPr>
          <p:style>
            <a:lnRef idx="2">
              <a:srgbClr val="70CFE2">
                <a:shade val="50000"/>
              </a:srgbClr>
            </a:lnRef>
            <a:fillRef idx="1">
              <a:srgbClr val="70CFE2"/>
            </a:fillRef>
            <a:effectRef idx="0">
              <a:srgbClr val="70CFE2"/>
            </a:effectRef>
            <a:fontRef idx="minor">
              <a:srgbClr val="FFFFFF"/>
            </a:fontRef>
          </p:style>
          <p:txBody>
            <a:bodyPr bIns="504000" rtlCol="0" anchor="ctr">
              <a:normAutofit/>
            </a:bodyPr>
            <a:lstStyle/>
            <a:p>
              <a:pPr algn="ctr" fontAlgn="auto">
                <a:lnSpc>
                  <a:spcPct val="120000"/>
                </a:lnSpc>
              </a:pPr>
              <a:endParaRPr lang="zh-CN" altLang="en-US" dirty="0">
                <a:solidFill>
                  <a:srgbClr val="FFFFFF"/>
                </a:solidFill>
              </a:endParaRPr>
            </a:p>
          </p:txBody>
        </p:sp>
        <p:sp>
          <p:nvSpPr>
            <p:cNvPr id="15" name="文本框 14"/>
            <p:cNvSpPr txBox="1"/>
            <p:nvPr>
              <p:custDataLst>
                <p:tags r:id="rId5"/>
              </p:custDataLst>
            </p:nvPr>
          </p:nvSpPr>
          <p:spPr>
            <a:xfrm>
              <a:off x="3295649" y="4539615"/>
              <a:ext cx="1174115" cy="369570"/>
            </a:xfrm>
            <a:prstGeom prst="rect">
              <a:avLst/>
            </a:prstGeom>
            <a:noFill/>
          </p:spPr>
          <p:txBody>
            <a:bodyPr wrap="square" rtlCol="0" anchor="ctr">
              <a:noAutofit/>
            </a:bodyPr>
            <a:lstStyle/>
            <a:p>
              <a:pPr algn="ctr" fontAlgn="auto">
                <a:lnSpc>
                  <a:spcPct val="120000"/>
                </a:lnSpc>
              </a:pPr>
              <a:r>
                <a:rPr lang="zh-CN" altLang="en-US" sz="1600" dirty="0">
                  <a:latin typeface="HarmonyOS Sans SC" panose="00000500000000000000" charset="-122"/>
                  <a:ea typeface="HarmonyOS Sans SC" panose="00000500000000000000" charset="-122"/>
                </a:rPr>
                <a:t>应用资源</a:t>
              </a:r>
              <a:endParaRPr lang="zh-CN" altLang="en-US" sz="1600" dirty="0">
                <a:latin typeface="HarmonyOS Sans SC" panose="00000500000000000000" charset="-122"/>
                <a:ea typeface="HarmonyOS Sans SC" panose="00000500000000000000" charset="-122"/>
              </a:endParaRPr>
            </a:p>
          </p:txBody>
        </p:sp>
      </p:grpSp>
      <p:grpSp>
        <p:nvGrpSpPr>
          <p:cNvPr id="19" name="组合 18"/>
          <p:cNvGrpSpPr/>
          <p:nvPr>
            <p:custDataLst>
              <p:tags r:id="rId6"/>
            </p:custDataLst>
          </p:nvPr>
        </p:nvGrpSpPr>
        <p:grpSpPr>
          <a:xfrm>
            <a:off x="7236460" y="3907790"/>
            <a:ext cx="3213100" cy="1745305"/>
            <a:chOff x="1304924" y="3171825"/>
            <a:chExt cx="3213100" cy="1745305"/>
          </a:xfrm>
        </p:grpSpPr>
        <p:cxnSp>
          <p:nvCxnSpPr>
            <p:cNvPr id="20" name="直接连接符 19"/>
            <p:cNvCxnSpPr/>
            <p:nvPr>
              <p:custDataLst>
                <p:tags r:id="rId7"/>
              </p:custDataLst>
            </p:nvPr>
          </p:nvCxnSpPr>
          <p:spPr>
            <a:xfrm>
              <a:off x="1390650" y="4791075"/>
              <a:ext cx="1866900" cy="0"/>
            </a:xfrm>
            <a:prstGeom prst="line">
              <a:avLst/>
            </a:prstGeom>
            <a:ln>
              <a:solidFill>
                <a:srgbClr val="52C2A5"/>
              </a:solidFill>
            </a:ln>
          </p:spPr>
          <p:style>
            <a:lnRef idx="1">
              <a:srgbClr val="70CFE2"/>
            </a:lnRef>
            <a:fillRef idx="0">
              <a:srgbClr val="70CFE2"/>
            </a:fillRef>
            <a:effectRef idx="0">
              <a:srgbClr val="70CFE2"/>
            </a:effectRef>
            <a:fontRef idx="minor">
              <a:srgbClr val="5F5F5F"/>
            </a:fontRef>
          </p:style>
        </p:cxnSp>
        <p:cxnSp>
          <p:nvCxnSpPr>
            <p:cNvPr id="21" name="直接连接符 20"/>
            <p:cNvCxnSpPr/>
            <p:nvPr>
              <p:custDataLst>
                <p:tags r:id="rId8"/>
              </p:custDataLst>
            </p:nvPr>
          </p:nvCxnSpPr>
          <p:spPr>
            <a:xfrm>
              <a:off x="1304924" y="4907605"/>
              <a:ext cx="2505076" cy="0"/>
            </a:xfrm>
            <a:prstGeom prst="line">
              <a:avLst/>
            </a:prstGeom>
            <a:ln>
              <a:solidFill>
                <a:srgbClr val="52C2A5"/>
              </a:solidFill>
              <a:tailEnd type="oval"/>
            </a:ln>
          </p:spPr>
          <p:style>
            <a:lnRef idx="1">
              <a:srgbClr val="70CFE2"/>
            </a:lnRef>
            <a:fillRef idx="0">
              <a:srgbClr val="70CFE2"/>
            </a:fillRef>
            <a:effectRef idx="0">
              <a:srgbClr val="70CFE2"/>
            </a:effectRef>
            <a:fontRef idx="minor">
              <a:srgbClr val="5F5F5F"/>
            </a:fontRef>
          </p:style>
        </p:cxnSp>
        <p:sp>
          <p:nvSpPr>
            <p:cNvPr id="22" name="任意多边形 21"/>
            <p:cNvSpPr/>
            <p:nvPr>
              <p:custDataLst>
                <p:tags r:id="rId9"/>
              </p:custDataLst>
            </p:nvPr>
          </p:nvSpPr>
          <p:spPr>
            <a:xfrm>
              <a:off x="1304924" y="3171825"/>
              <a:ext cx="2647951" cy="1745305"/>
            </a:xfrm>
            <a:custGeom>
              <a:avLst/>
              <a:gdLst>
                <a:gd name="connsiteX0" fmla="*/ 1 w 2647951"/>
                <a:gd name="connsiteY0" fmla="*/ 0 h 1743075"/>
                <a:gd name="connsiteX1" fmla="*/ 2647951 w 2647951"/>
                <a:gd name="connsiteY1" fmla="*/ 0 h 1743075"/>
                <a:gd name="connsiteX2" fmla="*/ 2647951 w 2647951"/>
                <a:gd name="connsiteY2" fmla="*/ 1266825 h 1743075"/>
                <a:gd name="connsiteX3" fmla="*/ 297057 w 2647951"/>
                <a:gd name="connsiteY3" fmla="*/ 1266825 h 1743075"/>
                <a:gd name="connsiteX4" fmla="*/ 233437 w 2647951"/>
                <a:gd name="connsiteY4" fmla="*/ 1329240 h 1743075"/>
                <a:gd name="connsiteX5" fmla="*/ 0 w 2647951"/>
                <a:gd name="connsiteY5" fmla="*/ 1743075 h 1743075"/>
                <a:gd name="connsiteX6" fmla="*/ 0 w 2647951"/>
                <a:gd name="connsiteY6" fmla="*/ 1114425 h 1743075"/>
                <a:gd name="connsiteX7" fmla="*/ 1 w 2647951"/>
                <a:gd name="connsiteY7" fmla="*/ 1114425 h 1743075"/>
                <a:gd name="connsiteX0-1" fmla="*/ 1 w 2647951"/>
                <a:gd name="connsiteY0-2" fmla="*/ 0 h 1743075"/>
                <a:gd name="connsiteX1-3" fmla="*/ 2647951 w 2647951"/>
                <a:gd name="connsiteY1-4" fmla="*/ 0 h 1743075"/>
                <a:gd name="connsiteX2-5" fmla="*/ 2647951 w 2647951"/>
                <a:gd name="connsiteY2-6" fmla="*/ 1266825 h 1743075"/>
                <a:gd name="connsiteX3-7" fmla="*/ 297057 w 2647951"/>
                <a:gd name="connsiteY3-8" fmla="*/ 1266825 h 1743075"/>
                <a:gd name="connsiteX4-9" fmla="*/ 233437 w 2647951"/>
                <a:gd name="connsiteY4-10" fmla="*/ 1329240 h 1743075"/>
                <a:gd name="connsiteX5-11" fmla="*/ 0 w 2647951"/>
                <a:gd name="connsiteY5-12" fmla="*/ 1743075 h 1743075"/>
                <a:gd name="connsiteX6-13" fmla="*/ 0 w 2647951"/>
                <a:gd name="connsiteY6-14" fmla="*/ 1114425 h 1743075"/>
                <a:gd name="connsiteX7-15" fmla="*/ 1 w 2647951"/>
                <a:gd name="connsiteY7-16" fmla="*/ 1114425 h 1743075"/>
                <a:gd name="connsiteX8" fmla="*/ 1 w 2647951"/>
                <a:gd name="connsiteY8" fmla="*/ 0 h 1743075"/>
                <a:gd name="connsiteX0-17" fmla="*/ 1 w 2647951"/>
                <a:gd name="connsiteY0-18" fmla="*/ 0 h 1743075"/>
                <a:gd name="connsiteX1-19" fmla="*/ 2647951 w 2647951"/>
                <a:gd name="connsiteY1-20" fmla="*/ 0 h 1743075"/>
                <a:gd name="connsiteX2-21" fmla="*/ 2647951 w 2647951"/>
                <a:gd name="connsiteY2-22" fmla="*/ 1266825 h 1743075"/>
                <a:gd name="connsiteX3-23" fmla="*/ 516132 w 2647951"/>
                <a:gd name="connsiteY3-24" fmla="*/ 1323975 h 1743075"/>
                <a:gd name="connsiteX4-25" fmla="*/ 233437 w 2647951"/>
                <a:gd name="connsiteY4-26" fmla="*/ 1329240 h 1743075"/>
                <a:gd name="connsiteX5-27" fmla="*/ 0 w 2647951"/>
                <a:gd name="connsiteY5-28" fmla="*/ 1743075 h 1743075"/>
                <a:gd name="connsiteX6-29" fmla="*/ 0 w 2647951"/>
                <a:gd name="connsiteY6-30" fmla="*/ 1114425 h 1743075"/>
                <a:gd name="connsiteX7-31" fmla="*/ 1 w 2647951"/>
                <a:gd name="connsiteY7-32" fmla="*/ 1114425 h 1743075"/>
                <a:gd name="connsiteX8-33" fmla="*/ 1 w 2647951"/>
                <a:gd name="connsiteY8-34" fmla="*/ 0 h 1743075"/>
                <a:gd name="connsiteX0-35" fmla="*/ 1 w 2647951"/>
                <a:gd name="connsiteY0-36" fmla="*/ 0 h 1743075"/>
                <a:gd name="connsiteX1-37" fmla="*/ 2647951 w 2647951"/>
                <a:gd name="connsiteY1-38" fmla="*/ 0 h 1743075"/>
                <a:gd name="connsiteX2-39" fmla="*/ 2647951 w 2647951"/>
                <a:gd name="connsiteY2-40" fmla="*/ 1266825 h 1743075"/>
                <a:gd name="connsiteX3-41" fmla="*/ 516132 w 2647951"/>
                <a:gd name="connsiteY3-42" fmla="*/ 1323975 h 1743075"/>
                <a:gd name="connsiteX4-43" fmla="*/ 233437 w 2647951"/>
                <a:gd name="connsiteY4-44" fmla="*/ 1329240 h 1743075"/>
                <a:gd name="connsiteX5-45" fmla="*/ 0 w 2647951"/>
                <a:gd name="connsiteY5-46" fmla="*/ 1743075 h 1743075"/>
                <a:gd name="connsiteX6-47" fmla="*/ 0 w 2647951"/>
                <a:gd name="connsiteY6-48" fmla="*/ 1114425 h 1743075"/>
                <a:gd name="connsiteX7-49" fmla="*/ 1 w 2647951"/>
                <a:gd name="connsiteY7-50" fmla="*/ 1114425 h 1743075"/>
                <a:gd name="connsiteX8-51" fmla="*/ 1 w 2647951"/>
                <a:gd name="connsiteY8-52" fmla="*/ 0 h 1743075"/>
                <a:gd name="connsiteX0-53" fmla="*/ 1 w 2647951"/>
                <a:gd name="connsiteY0-54" fmla="*/ 0 h 1745366"/>
                <a:gd name="connsiteX1-55" fmla="*/ 2647951 w 2647951"/>
                <a:gd name="connsiteY1-56" fmla="*/ 0 h 1745366"/>
                <a:gd name="connsiteX2-57" fmla="*/ 2647951 w 2647951"/>
                <a:gd name="connsiteY2-58" fmla="*/ 1266825 h 1745366"/>
                <a:gd name="connsiteX3-59" fmla="*/ 516132 w 2647951"/>
                <a:gd name="connsiteY3-60" fmla="*/ 1323975 h 1745366"/>
                <a:gd name="connsiteX4-61" fmla="*/ 0 w 2647951"/>
                <a:gd name="connsiteY4-62" fmla="*/ 1743075 h 1745366"/>
                <a:gd name="connsiteX5-63" fmla="*/ 0 w 2647951"/>
                <a:gd name="connsiteY5-64" fmla="*/ 1114425 h 1745366"/>
                <a:gd name="connsiteX6-65" fmla="*/ 1 w 2647951"/>
                <a:gd name="connsiteY6-66" fmla="*/ 1114425 h 1745366"/>
                <a:gd name="connsiteX7-67" fmla="*/ 1 w 2647951"/>
                <a:gd name="connsiteY7-68" fmla="*/ 0 h 1745366"/>
                <a:gd name="connsiteX0-69" fmla="*/ 1 w 2647951"/>
                <a:gd name="connsiteY0-70" fmla="*/ 0 h 1745305"/>
                <a:gd name="connsiteX1-71" fmla="*/ 2647951 w 2647951"/>
                <a:gd name="connsiteY1-72" fmla="*/ 0 h 1745305"/>
                <a:gd name="connsiteX2-73" fmla="*/ 2638426 w 2647951"/>
                <a:gd name="connsiteY2-74" fmla="*/ 1333500 h 1745305"/>
                <a:gd name="connsiteX3-75" fmla="*/ 516132 w 2647951"/>
                <a:gd name="connsiteY3-76" fmla="*/ 1323975 h 1745305"/>
                <a:gd name="connsiteX4-77" fmla="*/ 0 w 2647951"/>
                <a:gd name="connsiteY4-78" fmla="*/ 1743075 h 1745305"/>
                <a:gd name="connsiteX5-79" fmla="*/ 0 w 2647951"/>
                <a:gd name="connsiteY5-80" fmla="*/ 1114425 h 1745305"/>
                <a:gd name="connsiteX6-81" fmla="*/ 1 w 2647951"/>
                <a:gd name="connsiteY6-82" fmla="*/ 1114425 h 1745305"/>
                <a:gd name="connsiteX7-83" fmla="*/ 1 w 2647951"/>
                <a:gd name="connsiteY7-84" fmla="*/ 0 h 1745305"/>
              </a:gdLst>
              <a:ahLst/>
              <a:cxnLst>
                <a:cxn ang="0">
                  <a:pos x="connsiteX0-69" y="connsiteY0-70"/>
                </a:cxn>
                <a:cxn ang="0">
                  <a:pos x="connsiteX1-71" y="connsiteY1-72"/>
                </a:cxn>
                <a:cxn ang="0">
                  <a:pos x="connsiteX2-73" y="connsiteY2-74"/>
                </a:cxn>
                <a:cxn ang="0">
                  <a:pos x="connsiteX3-75" y="connsiteY3-76"/>
                </a:cxn>
                <a:cxn ang="0">
                  <a:pos x="connsiteX4-77" y="connsiteY4-78"/>
                </a:cxn>
                <a:cxn ang="0">
                  <a:pos x="connsiteX5-79" y="connsiteY5-80"/>
                </a:cxn>
                <a:cxn ang="0">
                  <a:pos x="connsiteX6-81" y="connsiteY6-82"/>
                </a:cxn>
                <a:cxn ang="0">
                  <a:pos x="connsiteX7-83" y="connsiteY7-84"/>
                </a:cxn>
              </a:cxnLst>
              <a:rect l="l" t="t" r="r" b="b"/>
              <a:pathLst>
                <a:path w="2647951" h="1745305">
                  <a:moveTo>
                    <a:pt x="1" y="0"/>
                  </a:moveTo>
                  <a:lnTo>
                    <a:pt x="2647951" y="0"/>
                  </a:lnTo>
                  <a:lnTo>
                    <a:pt x="2638426" y="1333500"/>
                  </a:lnTo>
                  <a:cubicBezTo>
                    <a:pt x="2246610" y="1544638"/>
                    <a:pt x="955870" y="1255713"/>
                    <a:pt x="516132" y="1323975"/>
                  </a:cubicBezTo>
                  <a:cubicBezTo>
                    <a:pt x="76394" y="1392237"/>
                    <a:pt x="86022" y="1778000"/>
                    <a:pt x="0" y="1743075"/>
                  </a:cubicBezTo>
                  <a:lnTo>
                    <a:pt x="0" y="1114425"/>
                  </a:lnTo>
                  <a:lnTo>
                    <a:pt x="1" y="1114425"/>
                  </a:lnTo>
                  <a:lnTo>
                    <a:pt x="1" y="0"/>
                  </a:lnTo>
                  <a:close/>
                </a:path>
              </a:pathLst>
            </a:custGeom>
            <a:solidFill>
              <a:schemeClr val="accent2"/>
            </a:solidFill>
            <a:ln>
              <a:noFill/>
            </a:ln>
          </p:spPr>
          <p:style>
            <a:lnRef idx="2">
              <a:srgbClr val="70CFE2">
                <a:shade val="50000"/>
              </a:srgbClr>
            </a:lnRef>
            <a:fillRef idx="1">
              <a:srgbClr val="70CFE2"/>
            </a:fillRef>
            <a:effectRef idx="0">
              <a:srgbClr val="70CFE2"/>
            </a:effectRef>
            <a:fontRef idx="minor">
              <a:srgbClr val="FFFFFF"/>
            </a:fontRef>
          </p:style>
          <p:txBody>
            <a:bodyPr bIns="504000" rtlCol="0" anchor="ctr">
              <a:normAutofit/>
            </a:bodyPr>
            <a:lstStyle/>
            <a:p>
              <a:pPr algn="ctr" fontAlgn="auto">
                <a:lnSpc>
                  <a:spcPct val="120000"/>
                </a:lnSpc>
              </a:pPr>
              <a:endParaRPr lang="zh-CN" altLang="en-US" dirty="0">
                <a:solidFill>
                  <a:srgbClr val="FFFFFF"/>
                </a:solidFill>
              </a:endParaRPr>
            </a:p>
          </p:txBody>
        </p:sp>
        <p:sp>
          <p:nvSpPr>
            <p:cNvPr id="23" name="文本框 22"/>
            <p:cNvSpPr txBox="1"/>
            <p:nvPr>
              <p:custDataLst>
                <p:tags r:id="rId10"/>
              </p:custDataLst>
            </p:nvPr>
          </p:nvSpPr>
          <p:spPr>
            <a:xfrm>
              <a:off x="3295649" y="4539615"/>
              <a:ext cx="1222375" cy="369570"/>
            </a:xfrm>
            <a:prstGeom prst="rect">
              <a:avLst/>
            </a:prstGeom>
            <a:noFill/>
          </p:spPr>
          <p:txBody>
            <a:bodyPr wrap="square" rtlCol="0" anchor="ctr">
              <a:noAutofit/>
            </a:bodyPr>
            <a:lstStyle/>
            <a:p>
              <a:pPr algn="ctr" fontAlgn="auto">
                <a:lnSpc>
                  <a:spcPct val="120000"/>
                </a:lnSpc>
              </a:pPr>
              <a:r>
                <a:rPr lang="zh-CN" altLang="en-US" sz="1600" dirty="0">
                  <a:latin typeface="HarmonyOS Sans SC" panose="00000500000000000000" charset="-122"/>
                  <a:ea typeface="HarmonyOS Sans SC" panose="00000500000000000000" charset="-122"/>
                </a:rPr>
                <a:t>系统资源</a:t>
              </a:r>
              <a:endParaRPr lang="zh-CN" altLang="en-US" sz="1600" dirty="0">
                <a:latin typeface="HarmonyOS Sans SC" panose="00000500000000000000" charset="-122"/>
                <a:ea typeface="HarmonyOS Sans SC" panose="00000500000000000000" charset="-122"/>
              </a:endParaRPr>
            </a:p>
          </p:txBody>
        </p:sp>
      </p:grpSp>
      <p:sp>
        <p:nvSpPr>
          <p:cNvPr id="13" name="文本框 12"/>
          <p:cNvSpPr txBox="1"/>
          <p:nvPr>
            <p:custDataLst>
              <p:tags r:id="rId11"/>
            </p:custDataLst>
          </p:nvPr>
        </p:nvSpPr>
        <p:spPr>
          <a:xfrm>
            <a:off x="3406140" y="3943562"/>
            <a:ext cx="2647951" cy="1276859"/>
          </a:xfrm>
          <a:prstGeom prst="rect">
            <a:avLst/>
          </a:prstGeom>
          <a:solidFill>
            <a:schemeClr val="accent2"/>
          </a:solidFill>
          <a:ln>
            <a:noFill/>
          </a:ln>
        </p:spPr>
        <p:txBody>
          <a:bodyPr wrap="square" rtlCol="0" anchor="ctr" anchorCtr="0">
            <a:normAutofit/>
          </a:bodyPr>
          <a:lstStyle/>
          <a:p>
            <a:pPr algn="ctr" fontAlgn="auto">
              <a:lnSpc>
                <a:spcPct val="120000"/>
              </a:lnSpc>
            </a:pPr>
            <a:r>
              <a:rPr lang="zh-CN" altLang="en-US" sz="1400" spc="150">
                <a:ln/>
                <a:solidFill>
                  <a:schemeClr val="tx1"/>
                </a:solidFill>
                <a:effectLst>
                  <a:outerShdw blurRad="38100" dist="19050" dir="2700000" algn="tl" rotWithShape="0">
                    <a:schemeClr val="dk1">
                      <a:alpha val="40000"/>
                    </a:schemeClr>
                  </a:outerShdw>
                </a:effectLst>
                <a:latin typeface="HarmonyOS Sans SC" panose="00000500000000000000" charset="-122"/>
                <a:ea typeface="HarmonyOS Sans SC" panose="00000500000000000000" charset="-122"/>
              </a:rPr>
              <a:t>开发者在工程中自主添加的资源</a:t>
            </a:r>
            <a:endParaRPr lang="zh-CN" altLang="en-US" sz="1400" spc="150">
              <a:ln/>
              <a:solidFill>
                <a:schemeClr val="tx1"/>
              </a:solidFill>
              <a:effectLst>
                <a:outerShdw blurRad="38100" dist="19050" dir="2700000" algn="tl" rotWithShape="0">
                  <a:schemeClr val="dk1">
                    <a:alpha val="40000"/>
                  </a:schemeClr>
                </a:outerShdw>
              </a:effectLst>
              <a:latin typeface="HarmonyOS Sans SC" panose="00000500000000000000" charset="-122"/>
              <a:ea typeface="HarmonyOS Sans SC" panose="00000500000000000000" charset="-122"/>
            </a:endParaRPr>
          </a:p>
        </p:txBody>
      </p:sp>
      <p:sp>
        <p:nvSpPr>
          <p:cNvPr id="14" name="文本框 13"/>
          <p:cNvSpPr txBox="1"/>
          <p:nvPr>
            <p:custDataLst>
              <p:tags r:id="rId12"/>
            </p:custDataLst>
          </p:nvPr>
        </p:nvSpPr>
        <p:spPr>
          <a:xfrm>
            <a:off x="7236460" y="3943562"/>
            <a:ext cx="2631431" cy="1276859"/>
          </a:xfrm>
          <a:prstGeom prst="rect">
            <a:avLst/>
          </a:prstGeom>
          <a:solidFill>
            <a:schemeClr val="accent2"/>
          </a:solidFill>
        </p:spPr>
        <p:txBody>
          <a:bodyPr wrap="square" rtlCol="0" anchor="ctr" anchorCtr="0">
            <a:normAutofit/>
          </a:bodyPr>
          <a:lstStyle/>
          <a:p>
            <a:pPr algn="ctr" fontAlgn="auto">
              <a:lnSpc>
                <a:spcPct val="120000"/>
              </a:lnSpc>
            </a:pPr>
            <a:r>
              <a:rPr lang="zh-CN" altLang="en-US" sz="1400" spc="150">
                <a:ln/>
                <a:solidFill>
                  <a:schemeClr val="tx1"/>
                </a:solidFill>
                <a:effectLst>
                  <a:outerShdw blurRad="38100" dist="19050" dir="2700000" algn="tl" rotWithShape="0">
                    <a:schemeClr val="dk1">
                      <a:alpha val="40000"/>
                    </a:schemeClr>
                  </a:outerShdw>
                </a:effectLst>
                <a:latin typeface="HarmonyOS Sans SC" panose="00000500000000000000" charset="-122"/>
                <a:ea typeface="HarmonyOS Sans SC" panose="00000500000000000000" charset="-122"/>
              </a:rPr>
              <a:t>能够直接使用的系统预置的资源</a:t>
            </a:r>
            <a:endParaRPr lang="zh-CN" altLang="en-US" sz="1400" spc="150">
              <a:ln/>
              <a:solidFill>
                <a:schemeClr val="tx1"/>
              </a:solidFill>
              <a:effectLst>
                <a:outerShdw blurRad="38100" dist="19050" dir="2700000" algn="tl" rotWithShape="0">
                  <a:schemeClr val="dk1">
                    <a:alpha val="40000"/>
                  </a:schemeClr>
                </a:outerShdw>
              </a:effectLst>
              <a:latin typeface="HarmonyOS Sans SC" panose="00000500000000000000" charset="-122"/>
              <a:ea typeface="HarmonyOS Sans SC" panose="00000500000000000000" charset="-122"/>
            </a:endParaRPr>
          </a:p>
        </p:txBody>
      </p:sp>
      <p:sp>
        <p:nvSpPr>
          <p:cNvPr id="3" name="标题 5"/>
          <p:cNvSpPr>
            <a:spLocks noGrp="1"/>
          </p:cNvSpPr>
          <p:nvPr>
            <p:custDataLst>
              <p:tags r:id="rId13"/>
            </p:custDataLst>
          </p:nvPr>
        </p:nvSpPr>
        <p:spPr>
          <a:xfrm>
            <a:off x="1228725" y="3069590"/>
            <a:ext cx="4514850" cy="424815"/>
          </a:xfrm>
          <a:prstGeom prst="rect">
            <a:avLst/>
          </a:prstGeom>
        </p:spPr>
        <p:txBody>
          <a:bodyPr vert="horz" lIns="90170" tIns="46990" rIns="90170" bIns="46990" rtlCol="0" anchor="ctr" anchorCtr="0">
            <a:normAutofit/>
          </a:bodyPr>
          <a:lstStyle>
            <a:lvl1pPr algn="l" defTabSz="914400" rtl="0" eaLnBrk="1" fontAlgn="auto" latinLnBrk="0" hangingPunct="1">
              <a:lnSpc>
                <a:spcPct val="100000"/>
              </a:lnSpc>
              <a:spcBef>
                <a:spcPts val="0"/>
              </a:spcBef>
              <a:spcAft>
                <a:spcPts val="0"/>
              </a:spcAft>
              <a:buNone/>
              <a:defRPr sz="3600" b="1" i="0" u="none" strike="noStrike" kern="1200" cap="none" spc="300" normalizeH="0" baseline="0">
                <a:solidFill>
                  <a:schemeClr val="tx1"/>
                </a:solidFill>
                <a:uFillTx/>
                <a:latin typeface="HarmonyOS Sans SC Black" panose="00000A00000000000000" charset="-122"/>
                <a:ea typeface="HarmonyOS Sans SC Black" panose="00000A00000000000000" charset="-122"/>
                <a:cs typeface="+mj-cs"/>
              </a:defRPr>
            </a:lvl1pPr>
          </a:lstStyle>
          <a:p>
            <a:pPr algn="l"/>
            <a:r>
              <a:rPr lang="zh-CN" sz="2000" dirty="0">
                <a:solidFill>
                  <a:schemeClr val="tx1">
                    <a:lumMod val="85000"/>
                    <a:lumOff val="15000"/>
                  </a:schemeClr>
                </a:solidFill>
                <a:latin typeface="HarmonyOS Sans SC" panose="00000500000000000000" charset="-122"/>
                <a:ea typeface="HarmonyOS Sans SC" panose="00000500000000000000" charset="-122"/>
                <a:sym typeface="Arial" panose="020B0604020202020204" pitchFamily="34" charset="0"/>
              </a:rPr>
              <a:t>资源类型</a:t>
            </a:r>
            <a:endParaRPr lang="zh-CN" sz="2000">
              <a:latin typeface="HarmonyOS Sans SC" panose="00000500000000000000" charset="-122"/>
              <a:ea typeface="HarmonyOS Sans SC" panose="00000500000000000000" charset="-122"/>
            </a:endParaRPr>
          </a:p>
        </p:txBody>
      </p:sp>
      <p:sp>
        <p:nvSpPr>
          <p:cNvPr id="4" name="文本框 3"/>
          <p:cNvSpPr txBox="1"/>
          <p:nvPr/>
        </p:nvSpPr>
        <p:spPr>
          <a:xfrm>
            <a:off x="1054100" y="189230"/>
            <a:ext cx="6096000" cy="460375"/>
          </a:xfrm>
          <a:prstGeom prst="rect">
            <a:avLst/>
          </a:prstGeom>
          <a:noFill/>
        </p:spPr>
        <p:txBody>
          <a:bodyPr wrap="square" rtlCol="0" anchor="t">
            <a:spAutoFit/>
          </a:bodyPr>
          <a:p>
            <a:pPr algn="l"/>
            <a:r>
              <a:rPr b="1" dirty="0">
                <a:solidFill>
                  <a:srgbClr val="595959"/>
                </a:solidFill>
                <a:latin typeface="微软雅黑" panose="020B0503020204020204" pitchFamily="34" charset="-122"/>
                <a:ea typeface="微软雅黑" panose="020B0503020204020204" pitchFamily="34" charset="-122"/>
                <a:cs typeface="+mn-ea"/>
                <a:sym typeface="+mn-lt"/>
              </a:rPr>
              <a:t>1.5</a:t>
            </a:r>
            <a:r>
              <a:rPr lang="en-US" b="1" dirty="0">
                <a:solidFill>
                  <a:srgbClr val="595959"/>
                </a:solidFill>
                <a:latin typeface="微软雅黑" panose="020B0503020204020204" pitchFamily="34" charset="-122"/>
                <a:ea typeface="微软雅黑" panose="020B0503020204020204" pitchFamily="34" charset="-122"/>
                <a:cs typeface="+mn-ea"/>
                <a:sym typeface="+mn-lt"/>
              </a:rPr>
              <a:t>  </a:t>
            </a:r>
            <a:r>
              <a:rPr b="1" dirty="0">
                <a:solidFill>
                  <a:srgbClr val="595959"/>
                </a:solidFill>
                <a:latin typeface="微软雅黑" panose="020B0503020204020204" pitchFamily="34" charset="-122"/>
                <a:ea typeface="微软雅黑" panose="020B0503020204020204" pitchFamily="34" charset="-122"/>
                <a:cs typeface="+mn-ea"/>
                <a:sym typeface="+mn-lt"/>
              </a:rPr>
              <a:t>资源的管理与使用</a:t>
            </a:r>
            <a:endParaRPr lang="zh-CN" altLang="en-US" sz="12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5"/>
          <p:cNvSpPr>
            <a:spLocks noGrp="1"/>
          </p:cNvSpPr>
          <p:nvPr>
            <p:custDataLst>
              <p:tags r:id="rId1"/>
            </p:custDataLst>
          </p:nvPr>
        </p:nvSpPr>
        <p:spPr>
          <a:xfrm>
            <a:off x="556895" y="895350"/>
            <a:ext cx="4514850" cy="424815"/>
          </a:xfrm>
          <a:prstGeom prst="rect">
            <a:avLst/>
          </a:prstGeom>
        </p:spPr>
        <p:txBody>
          <a:bodyPr vert="horz" lIns="90170" tIns="46990" rIns="90170" bIns="46990" rtlCol="0" anchor="ctr" anchorCtr="0">
            <a:normAutofit/>
          </a:bodyPr>
          <a:lstStyle>
            <a:lvl1pPr algn="l" defTabSz="914400" rtl="0" eaLnBrk="1" fontAlgn="auto" latinLnBrk="0" hangingPunct="1">
              <a:lnSpc>
                <a:spcPct val="100000"/>
              </a:lnSpc>
              <a:spcBef>
                <a:spcPts val="0"/>
              </a:spcBef>
              <a:spcAft>
                <a:spcPts val="0"/>
              </a:spcAft>
              <a:buNone/>
              <a:defRPr sz="3600" b="1" i="0" u="none" strike="noStrike" kern="1200" cap="none" spc="300" normalizeH="0" baseline="0">
                <a:solidFill>
                  <a:schemeClr val="tx1"/>
                </a:solidFill>
                <a:uFillTx/>
                <a:latin typeface="HarmonyOS Sans SC Black" panose="00000A00000000000000" charset="-122"/>
                <a:ea typeface="HarmonyOS Sans SC Black" panose="00000A00000000000000" charset="-122"/>
                <a:cs typeface="+mj-cs"/>
              </a:defRPr>
            </a:lvl1pPr>
          </a:lstStyle>
          <a:p>
            <a:pPr algn="l"/>
            <a:endParaRPr lang="zh-CN" sz="2000" dirty="0">
              <a:latin typeface="HarmonyOS Sans SC" panose="00000500000000000000" charset="-122"/>
              <a:ea typeface="HarmonyOS Sans SC" panose="00000500000000000000" charset="-122"/>
            </a:endParaRPr>
          </a:p>
        </p:txBody>
      </p:sp>
      <p:grpSp>
        <p:nvGrpSpPr>
          <p:cNvPr id="15" name="组合 14"/>
          <p:cNvGrpSpPr/>
          <p:nvPr>
            <p:custDataLst>
              <p:tags r:id="rId2"/>
            </p:custDataLst>
          </p:nvPr>
        </p:nvGrpSpPr>
        <p:grpSpPr>
          <a:xfrm>
            <a:off x="1342390" y="1799590"/>
            <a:ext cx="7944485" cy="1290320"/>
            <a:chOff x="1393779" y="1656262"/>
            <a:chExt cx="7944529" cy="1163792"/>
          </a:xfrm>
        </p:grpSpPr>
        <p:sp>
          <p:nvSpPr>
            <p:cNvPr id="6" name="任意形状 5"/>
            <p:cNvSpPr/>
            <p:nvPr>
              <p:custDataLst>
                <p:tags r:id="rId3"/>
              </p:custDataLst>
            </p:nvPr>
          </p:nvSpPr>
          <p:spPr>
            <a:xfrm>
              <a:off x="1393780" y="1656262"/>
              <a:ext cx="374410" cy="1163346"/>
            </a:xfrm>
            <a:custGeom>
              <a:avLst/>
              <a:gdLst>
                <a:gd name="connsiteX0" fmla="*/ 100331 w 677731"/>
                <a:gd name="connsiteY0" fmla="*/ 5126 h 2105809"/>
                <a:gd name="connsiteX1" fmla="*/ 5126 w 677731"/>
                <a:gd name="connsiteY1" fmla="*/ 100331 h 2105809"/>
                <a:gd name="connsiteX2" fmla="*/ 5126 w 677731"/>
                <a:gd name="connsiteY2" fmla="*/ 2007662 h 2105809"/>
                <a:gd name="connsiteX3" fmla="*/ 100331 w 677731"/>
                <a:gd name="connsiteY3" fmla="*/ 2102867 h 2105809"/>
                <a:gd name="connsiteX4" fmla="*/ 281866 w 677731"/>
                <a:gd name="connsiteY4" fmla="*/ 2102867 h 2105809"/>
                <a:gd name="connsiteX5" fmla="*/ 281866 w 677731"/>
                <a:gd name="connsiteY5" fmla="*/ 2102867 h 2105809"/>
                <a:gd name="connsiteX6" fmla="*/ 281866 w 677731"/>
                <a:gd name="connsiteY6" fmla="*/ 860359 h 2105809"/>
                <a:gd name="connsiteX7" fmla="*/ 349639 w 677731"/>
                <a:gd name="connsiteY7" fmla="*/ 697380 h 2105809"/>
                <a:gd name="connsiteX8" fmla="*/ 605402 w 677731"/>
                <a:gd name="connsiteY8" fmla="*/ 441617 h 2105809"/>
                <a:gd name="connsiteX9" fmla="*/ 673176 w 677731"/>
                <a:gd name="connsiteY9" fmla="*/ 278639 h 2105809"/>
                <a:gd name="connsiteX10" fmla="*/ 673176 w 677731"/>
                <a:gd name="connsiteY10" fmla="*/ 5933 h 2105809"/>
                <a:gd name="connsiteX11" fmla="*/ 100331 w 677731"/>
                <a:gd name="connsiteY11" fmla="*/ 5933 h 210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7731" h="2105809">
                  <a:moveTo>
                    <a:pt x="100331" y="5126"/>
                  </a:moveTo>
                  <a:cubicBezTo>
                    <a:pt x="47887" y="5126"/>
                    <a:pt x="5126" y="47887"/>
                    <a:pt x="5126" y="100331"/>
                  </a:cubicBezTo>
                  <a:lnTo>
                    <a:pt x="5126" y="2007662"/>
                  </a:lnTo>
                  <a:cubicBezTo>
                    <a:pt x="5126" y="2060105"/>
                    <a:pt x="47887" y="2102867"/>
                    <a:pt x="100331" y="2102867"/>
                  </a:cubicBezTo>
                  <a:lnTo>
                    <a:pt x="281866" y="2102867"/>
                  </a:lnTo>
                  <a:cubicBezTo>
                    <a:pt x="281866" y="2102867"/>
                    <a:pt x="281866" y="2102867"/>
                    <a:pt x="281866" y="2102867"/>
                  </a:cubicBezTo>
                  <a:lnTo>
                    <a:pt x="281866" y="860359"/>
                  </a:lnTo>
                  <a:cubicBezTo>
                    <a:pt x="281866" y="807915"/>
                    <a:pt x="312525" y="734494"/>
                    <a:pt x="349639" y="697380"/>
                  </a:cubicBezTo>
                  <a:lnTo>
                    <a:pt x="605402" y="441617"/>
                  </a:lnTo>
                  <a:cubicBezTo>
                    <a:pt x="642516" y="404503"/>
                    <a:pt x="673176" y="331082"/>
                    <a:pt x="673176" y="278639"/>
                  </a:cubicBezTo>
                  <a:lnTo>
                    <a:pt x="673176" y="5933"/>
                  </a:lnTo>
                  <a:lnTo>
                    <a:pt x="100331" y="5933"/>
                  </a:lnTo>
                  <a:close/>
                </a:path>
              </a:pathLst>
            </a:custGeom>
            <a:solidFill>
              <a:srgbClr val="FFFFFF">
                <a:lumMod val="95000"/>
              </a:srgbClr>
            </a:solidFill>
            <a:ln w="254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accent1">
                    <a:lumMod val="60000"/>
                    <a:lumOff val="40000"/>
                  </a:schemeClr>
                </a:solidFill>
                <a:latin typeface="微软雅黑" panose="020B0503020204020204" pitchFamily="34" charset="-122"/>
                <a:ea typeface="微软雅黑" panose="020B0503020204020204" pitchFamily="34" charset="-122"/>
              </a:endParaRPr>
            </a:p>
          </p:txBody>
        </p:sp>
        <p:sp>
          <p:nvSpPr>
            <p:cNvPr id="5" name="圆角矩形 4"/>
            <p:cNvSpPr/>
            <p:nvPr>
              <p:custDataLst>
                <p:tags r:id="rId4"/>
              </p:custDataLst>
            </p:nvPr>
          </p:nvSpPr>
          <p:spPr>
            <a:xfrm>
              <a:off x="1393779" y="1656262"/>
              <a:ext cx="7944528" cy="1161867"/>
            </a:xfrm>
            <a:prstGeom prst="roundRect">
              <a:avLst>
                <a:gd name="adj" fmla="val 5137"/>
              </a:avLst>
            </a:prstGeom>
            <a:noFill/>
            <a:ln w="25400" cap="flat">
              <a:solidFill>
                <a:srgbClr val="417E85"/>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accent1">
                    <a:lumMod val="60000"/>
                    <a:lumOff val="40000"/>
                  </a:schemeClr>
                </a:solidFill>
                <a:latin typeface="微软雅黑" panose="020B0503020204020204" pitchFamily="34" charset="-122"/>
                <a:ea typeface="微软雅黑" panose="020B0503020204020204" pitchFamily="34" charset="-122"/>
              </a:endParaRPr>
            </a:p>
          </p:txBody>
        </p:sp>
        <p:sp>
          <p:nvSpPr>
            <p:cNvPr id="8" name="任意形状 4"/>
            <p:cNvSpPr/>
            <p:nvPr>
              <p:custDataLst>
                <p:tags r:id="rId5"/>
              </p:custDataLst>
            </p:nvPr>
          </p:nvSpPr>
          <p:spPr>
            <a:xfrm>
              <a:off x="8843552" y="1656708"/>
              <a:ext cx="494756" cy="1163346"/>
            </a:xfrm>
            <a:custGeom>
              <a:avLst/>
              <a:gdLst>
                <a:gd name="connsiteX0" fmla="*/ 799040 w 895574"/>
                <a:gd name="connsiteY0" fmla="*/ 2102060 h 2105809"/>
                <a:gd name="connsiteX1" fmla="*/ 894245 w 895574"/>
                <a:gd name="connsiteY1" fmla="*/ 2006855 h 2105809"/>
                <a:gd name="connsiteX2" fmla="*/ 894245 w 895574"/>
                <a:gd name="connsiteY2" fmla="*/ 100331 h 2105809"/>
                <a:gd name="connsiteX3" fmla="*/ 799040 w 895574"/>
                <a:gd name="connsiteY3" fmla="*/ 5126 h 2105809"/>
                <a:gd name="connsiteX4" fmla="*/ 396435 w 895574"/>
                <a:gd name="connsiteY4" fmla="*/ 5126 h 2105809"/>
                <a:gd name="connsiteX5" fmla="*/ 396435 w 895574"/>
                <a:gd name="connsiteY5" fmla="*/ 5126 h 2105809"/>
                <a:gd name="connsiteX6" fmla="*/ 396435 w 895574"/>
                <a:gd name="connsiteY6" fmla="*/ 845029 h 2105809"/>
                <a:gd name="connsiteX7" fmla="*/ 328662 w 895574"/>
                <a:gd name="connsiteY7" fmla="*/ 1008007 h 2105809"/>
                <a:gd name="connsiteX8" fmla="*/ 72899 w 895574"/>
                <a:gd name="connsiteY8" fmla="*/ 1263770 h 2105809"/>
                <a:gd name="connsiteX9" fmla="*/ 5126 w 895574"/>
                <a:gd name="connsiteY9" fmla="*/ 1426749 h 2105809"/>
                <a:gd name="connsiteX10" fmla="*/ 5126 w 895574"/>
                <a:gd name="connsiteY10" fmla="*/ 2102867 h 2105809"/>
                <a:gd name="connsiteX11" fmla="*/ 799040 w 895574"/>
                <a:gd name="connsiteY11" fmla="*/ 2102867 h 210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5574" h="2105809">
                  <a:moveTo>
                    <a:pt x="799040" y="2102060"/>
                  </a:moveTo>
                  <a:cubicBezTo>
                    <a:pt x="851484" y="2102060"/>
                    <a:pt x="894245" y="2059298"/>
                    <a:pt x="894245" y="2006855"/>
                  </a:cubicBezTo>
                  <a:lnTo>
                    <a:pt x="894245" y="100331"/>
                  </a:lnTo>
                  <a:cubicBezTo>
                    <a:pt x="894245" y="47887"/>
                    <a:pt x="851484" y="5126"/>
                    <a:pt x="799040" y="5126"/>
                  </a:cubicBezTo>
                  <a:lnTo>
                    <a:pt x="396435" y="5126"/>
                  </a:lnTo>
                  <a:cubicBezTo>
                    <a:pt x="396435" y="5126"/>
                    <a:pt x="396435" y="5126"/>
                    <a:pt x="396435" y="5126"/>
                  </a:cubicBezTo>
                  <a:lnTo>
                    <a:pt x="396435" y="845029"/>
                  </a:lnTo>
                  <a:cubicBezTo>
                    <a:pt x="396435" y="897472"/>
                    <a:pt x="365776" y="970893"/>
                    <a:pt x="328662" y="1008007"/>
                  </a:cubicBezTo>
                  <a:lnTo>
                    <a:pt x="72899" y="1263770"/>
                  </a:lnTo>
                  <a:cubicBezTo>
                    <a:pt x="35785" y="1300884"/>
                    <a:pt x="5126" y="1374305"/>
                    <a:pt x="5126" y="1426749"/>
                  </a:cubicBezTo>
                  <a:lnTo>
                    <a:pt x="5126" y="2102867"/>
                  </a:lnTo>
                  <a:lnTo>
                    <a:pt x="799040" y="2102867"/>
                  </a:lnTo>
                  <a:close/>
                </a:path>
              </a:pathLst>
            </a:custGeom>
            <a:solidFill>
              <a:srgbClr val="417E85"/>
            </a:solidFill>
            <a:ln w="25400" cap="flat">
              <a:solidFill>
                <a:srgbClr val="417E85"/>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accent1">
                    <a:lumMod val="60000"/>
                    <a:lumOff val="40000"/>
                  </a:schemeClr>
                </a:solidFill>
                <a:latin typeface="微软雅黑" panose="020B0503020204020204" pitchFamily="34" charset="-122"/>
                <a:ea typeface="微软雅黑" panose="020B0503020204020204" pitchFamily="34" charset="-122"/>
              </a:endParaRPr>
            </a:p>
          </p:txBody>
        </p:sp>
      </p:grpSp>
      <p:sp>
        <p:nvSpPr>
          <p:cNvPr id="30" name="文本框 29"/>
          <p:cNvSpPr txBox="1"/>
          <p:nvPr>
            <p:custDataLst>
              <p:tags r:id="rId6"/>
            </p:custDataLst>
          </p:nvPr>
        </p:nvSpPr>
        <p:spPr>
          <a:xfrm>
            <a:off x="8792210" y="2627630"/>
            <a:ext cx="535940" cy="461645"/>
          </a:xfrm>
          <a:prstGeom prst="rect">
            <a:avLst/>
          </a:prstGeom>
          <a:noFill/>
        </p:spPr>
        <p:txBody>
          <a:bodyPr wrap="square" rtlCol="0">
            <a:normAutofit/>
          </a:bodyPr>
          <a:lstStyle/>
          <a:p>
            <a:pPr algn="ctr" defTabSz="457200"/>
            <a:r>
              <a:rPr kumimoji="1" lang="en-US" altLang="zh-CN" sz="2400" b="1" dirty="0">
                <a:solidFill>
                  <a:srgbClr val="FFFFFF"/>
                </a:solidFill>
                <a:latin typeface="HarmonyOS Sans SC" panose="00000500000000000000" charset="-122"/>
                <a:ea typeface="HarmonyOS Sans SC" panose="00000500000000000000" charset="-122"/>
              </a:rPr>
              <a:t>1</a:t>
            </a:r>
            <a:endParaRPr kumimoji="1" lang="zh-CN" altLang="en-US" sz="2400" b="1" dirty="0">
              <a:solidFill>
                <a:srgbClr val="FFFFFF"/>
              </a:solidFill>
              <a:latin typeface="HarmonyOS Sans SC" panose="00000500000000000000" charset="-122"/>
              <a:ea typeface="HarmonyOS Sans SC" panose="00000500000000000000" charset="-122"/>
            </a:endParaRPr>
          </a:p>
        </p:txBody>
      </p:sp>
      <p:grpSp>
        <p:nvGrpSpPr>
          <p:cNvPr id="16" name="组合 15"/>
          <p:cNvGrpSpPr/>
          <p:nvPr>
            <p:custDataLst>
              <p:tags r:id="rId7"/>
            </p:custDataLst>
          </p:nvPr>
        </p:nvGrpSpPr>
        <p:grpSpPr>
          <a:xfrm>
            <a:off x="2770505" y="3310890"/>
            <a:ext cx="7944485" cy="1290320"/>
            <a:chOff x="2822189" y="3167438"/>
            <a:chExt cx="7944529" cy="1163792"/>
          </a:xfrm>
        </p:grpSpPr>
        <p:sp>
          <p:nvSpPr>
            <p:cNvPr id="21" name="任意形状 20"/>
            <p:cNvSpPr/>
            <p:nvPr>
              <p:custDataLst>
                <p:tags r:id="rId8"/>
              </p:custDataLst>
            </p:nvPr>
          </p:nvSpPr>
          <p:spPr>
            <a:xfrm>
              <a:off x="2822190" y="3167438"/>
              <a:ext cx="374410" cy="1163346"/>
            </a:xfrm>
            <a:custGeom>
              <a:avLst/>
              <a:gdLst>
                <a:gd name="connsiteX0" fmla="*/ 100331 w 677731"/>
                <a:gd name="connsiteY0" fmla="*/ 5126 h 2105809"/>
                <a:gd name="connsiteX1" fmla="*/ 5126 w 677731"/>
                <a:gd name="connsiteY1" fmla="*/ 100331 h 2105809"/>
                <a:gd name="connsiteX2" fmla="*/ 5126 w 677731"/>
                <a:gd name="connsiteY2" fmla="*/ 2007662 h 2105809"/>
                <a:gd name="connsiteX3" fmla="*/ 100331 w 677731"/>
                <a:gd name="connsiteY3" fmla="*/ 2102867 h 2105809"/>
                <a:gd name="connsiteX4" fmla="*/ 281866 w 677731"/>
                <a:gd name="connsiteY4" fmla="*/ 2102867 h 2105809"/>
                <a:gd name="connsiteX5" fmla="*/ 281866 w 677731"/>
                <a:gd name="connsiteY5" fmla="*/ 2102867 h 2105809"/>
                <a:gd name="connsiteX6" fmla="*/ 281866 w 677731"/>
                <a:gd name="connsiteY6" fmla="*/ 860359 h 2105809"/>
                <a:gd name="connsiteX7" fmla="*/ 349639 w 677731"/>
                <a:gd name="connsiteY7" fmla="*/ 697380 h 2105809"/>
                <a:gd name="connsiteX8" fmla="*/ 605402 w 677731"/>
                <a:gd name="connsiteY8" fmla="*/ 441617 h 2105809"/>
                <a:gd name="connsiteX9" fmla="*/ 673176 w 677731"/>
                <a:gd name="connsiteY9" fmla="*/ 278639 h 2105809"/>
                <a:gd name="connsiteX10" fmla="*/ 673176 w 677731"/>
                <a:gd name="connsiteY10" fmla="*/ 5933 h 2105809"/>
                <a:gd name="connsiteX11" fmla="*/ 100331 w 677731"/>
                <a:gd name="connsiteY11" fmla="*/ 5933 h 210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7731" h="2105809">
                  <a:moveTo>
                    <a:pt x="100331" y="5126"/>
                  </a:moveTo>
                  <a:cubicBezTo>
                    <a:pt x="47887" y="5126"/>
                    <a:pt x="5126" y="47887"/>
                    <a:pt x="5126" y="100331"/>
                  </a:cubicBezTo>
                  <a:lnTo>
                    <a:pt x="5126" y="2007662"/>
                  </a:lnTo>
                  <a:cubicBezTo>
                    <a:pt x="5126" y="2060105"/>
                    <a:pt x="47887" y="2102867"/>
                    <a:pt x="100331" y="2102867"/>
                  </a:cubicBezTo>
                  <a:lnTo>
                    <a:pt x="281866" y="2102867"/>
                  </a:lnTo>
                  <a:cubicBezTo>
                    <a:pt x="281866" y="2102867"/>
                    <a:pt x="281866" y="2102867"/>
                    <a:pt x="281866" y="2102867"/>
                  </a:cubicBezTo>
                  <a:lnTo>
                    <a:pt x="281866" y="860359"/>
                  </a:lnTo>
                  <a:cubicBezTo>
                    <a:pt x="281866" y="807915"/>
                    <a:pt x="312525" y="734494"/>
                    <a:pt x="349639" y="697380"/>
                  </a:cubicBezTo>
                  <a:lnTo>
                    <a:pt x="605402" y="441617"/>
                  </a:lnTo>
                  <a:cubicBezTo>
                    <a:pt x="642516" y="404503"/>
                    <a:pt x="673176" y="331082"/>
                    <a:pt x="673176" y="278639"/>
                  </a:cubicBezTo>
                  <a:lnTo>
                    <a:pt x="673176" y="5933"/>
                  </a:lnTo>
                  <a:lnTo>
                    <a:pt x="100331" y="5933"/>
                  </a:lnTo>
                  <a:close/>
                </a:path>
              </a:pathLst>
            </a:custGeom>
            <a:solidFill>
              <a:srgbClr val="FFFFFF">
                <a:lumMod val="95000"/>
              </a:srgbClr>
            </a:solidFill>
            <a:ln w="254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accent1">
                    <a:lumMod val="60000"/>
                    <a:lumOff val="40000"/>
                  </a:schemeClr>
                </a:solidFill>
                <a:latin typeface="微软雅黑" panose="020B0503020204020204" pitchFamily="34" charset="-122"/>
                <a:ea typeface="微软雅黑" panose="020B0503020204020204" pitchFamily="34" charset="-122"/>
              </a:endParaRPr>
            </a:p>
          </p:txBody>
        </p:sp>
        <p:sp>
          <p:nvSpPr>
            <p:cNvPr id="22" name="圆角矩形 21"/>
            <p:cNvSpPr/>
            <p:nvPr>
              <p:custDataLst>
                <p:tags r:id="rId9"/>
              </p:custDataLst>
            </p:nvPr>
          </p:nvSpPr>
          <p:spPr>
            <a:xfrm>
              <a:off x="2822189" y="3167438"/>
              <a:ext cx="7944528" cy="1161867"/>
            </a:xfrm>
            <a:prstGeom prst="roundRect">
              <a:avLst>
                <a:gd name="adj" fmla="val 5137"/>
              </a:avLst>
            </a:prstGeom>
            <a:noFill/>
            <a:ln w="25400" cap="flat">
              <a:solidFill>
                <a:srgbClr val="417E85"/>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accent1">
                    <a:lumMod val="60000"/>
                    <a:lumOff val="40000"/>
                  </a:schemeClr>
                </a:solidFill>
                <a:latin typeface="微软雅黑" panose="020B0503020204020204" pitchFamily="34" charset="-122"/>
                <a:ea typeface="微软雅黑" panose="020B0503020204020204" pitchFamily="34" charset="-122"/>
              </a:endParaRPr>
            </a:p>
          </p:txBody>
        </p:sp>
        <p:sp>
          <p:nvSpPr>
            <p:cNvPr id="23" name="任意形状 22"/>
            <p:cNvSpPr/>
            <p:nvPr>
              <p:custDataLst>
                <p:tags r:id="rId10"/>
              </p:custDataLst>
            </p:nvPr>
          </p:nvSpPr>
          <p:spPr>
            <a:xfrm>
              <a:off x="10271962" y="3167884"/>
              <a:ext cx="494756" cy="1163346"/>
            </a:xfrm>
            <a:custGeom>
              <a:avLst/>
              <a:gdLst>
                <a:gd name="connsiteX0" fmla="*/ 799040 w 895574"/>
                <a:gd name="connsiteY0" fmla="*/ 2102060 h 2105809"/>
                <a:gd name="connsiteX1" fmla="*/ 894245 w 895574"/>
                <a:gd name="connsiteY1" fmla="*/ 2006855 h 2105809"/>
                <a:gd name="connsiteX2" fmla="*/ 894245 w 895574"/>
                <a:gd name="connsiteY2" fmla="*/ 100331 h 2105809"/>
                <a:gd name="connsiteX3" fmla="*/ 799040 w 895574"/>
                <a:gd name="connsiteY3" fmla="*/ 5126 h 2105809"/>
                <a:gd name="connsiteX4" fmla="*/ 396435 w 895574"/>
                <a:gd name="connsiteY4" fmla="*/ 5126 h 2105809"/>
                <a:gd name="connsiteX5" fmla="*/ 396435 w 895574"/>
                <a:gd name="connsiteY5" fmla="*/ 5126 h 2105809"/>
                <a:gd name="connsiteX6" fmla="*/ 396435 w 895574"/>
                <a:gd name="connsiteY6" fmla="*/ 845029 h 2105809"/>
                <a:gd name="connsiteX7" fmla="*/ 328662 w 895574"/>
                <a:gd name="connsiteY7" fmla="*/ 1008007 h 2105809"/>
                <a:gd name="connsiteX8" fmla="*/ 72899 w 895574"/>
                <a:gd name="connsiteY8" fmla="*/ 1263770 h 2105809"/>
                <a:gd name="connsiteX9" fmla="*/ 5126 w 895574"/>
                <a:gd name="connsiteY9" fmla="*/ 1426749 h 2105809"/>
                <a:gd name="connsiteX10" fmla="*/ 5126 w 895574"/>
                <a:gd name="connsiteY10" fmla="*/ 2102867 h 2105809"/>
                <a:gd name="connsiteX11" fmla="*/ 799040 w 895574"/>
                <a:gd name="connsiteY11" fmla="*/ 2102867 h 210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5574" h="2105809">
                  <a:moveTo>
                    <a:pt x="799040" y="2102060"/>
                  </a:moveTo>
                  <a:cubicBezTo>
                    <a:pt x="851484" y="2102060"/>
                    <a:pt x="894245" y="2059298"/>
                    <a:pt x="894245" y="2006855"/>
                  </a:cubicBezTo>
                  <a:lnTo>
                    <a:pt x="894245" y="100331"/>
                  </a:lnTo>
                  <a:cubicBezTo>
                    <a:pt x="894245" y="47887"/>
                    <a:pt x="851484" y="5126"/>
                    <a:pt x="799040" y="5126"/>
                  </a:cubicBezTo>
                  <a:lnTo>
                    <a:pt x="396435" y="5126"/>
                  </a:lnTo>
                  <a:cubicBezTo>
                    <a:pt x="396435" y="5126"/>
                    <a:pt x="396435" y="5126"/>
                    <a:pt x="396435" y="5126"/>
                  </a:cubicBezTo>
                  <a:lnTo>
                    <a:pt x="396435" y="845029"/>
                  </a:lnTo>
                  <a:cubicBezTo>
                    <a:pt x="396435" y="897472"/>
                    <a:pt x="365776" y="970893"/>
                    <a:pt x="328662" y="1008007"/>
                  </a:cubicBezTo>
                  <a:lnTo>
                    <a:pt x="72899" y="1263770"/>
                  </a:lnTo>
                  <a:cubicBezTo>
                    <a:pt x="35785" y="1300884"/>
                    <a:pt x="5126" y="1374305"/>
                    <a:pt x="5126" y="1426749"/>
                  </a:cubicBezTo>
                  <a:lnTo>
                    <a:pt x="5126" y="2102867"/>
                  </a:lnTo>
                  <a:lnTo>
                    <a:pt x="799040" y="2102867"/>
                  </a:lnTo>
                  <a:close/>
                </a:path>
              </a:pathLst>
            </a:custGeom>
            <a:solidFill>
              <a:srgbClr val="417E85"/>
            </a:solidFill>
            <a:ln w="254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accent1">
                    <a:lumMod val="60000"/>
                    <a:lumOff val="40000"/>
                  </a:schemeClr>
                </a:solidFill>
                <a:latin typeface="微软雅黑" panose="020B0503020204020204" pitchFamily="34" charset="-122"/>
                <a:ea typeface="微软雅黑" panose="020B0503020204020204" pitchFamily="34" charset="-122"/>
              </a:endParaRPr>
            </a:p>
          </p:txBody>
        </p:sp>
      </p:grpSp>
      <p:sp>
        <p:nvSpPr>
          <p:cNvPr id="31" name="文本框 30"/>
          <p:cNvSpPr txBox="1"/>
          <p:nvPr>
            <p:custDataLst>
              <p:tags r:id="rId11"/>
            </p:custDataLst>
          </p:nvPr>
        </p:nvSpPr>
        <p:spPr>
          <a:xfrm>
            <a:off x="10210800" y="4138930"/>
            <a:ext cx="535940" cy="461645"/>
          </a:xfrm>
          <a:prstGeom prst="rect">
            <a:avLst/>
          </a:prstGeom>
          <a:noFill/>
        </p:spPr>
        <p:txBody>
          <a:bodyPr wrap="square" rtlCol="0">
            <a:normAutofit/>
          </a:bodyPr>
          <a:lstStyle/>
          <a:p>
            <a:pPr algn="ctr" defTabSz="457200"/>
            <a:r>
              <a:rPr kumimoji="1" lang="en-US" altLang="zh-CN" sz="2400" b="1" dirty="0">
                <a:solidFill>
                  <a:srgbClr val="FFFFFF"/>
                </a:solidFill>
                <a:latin typeface="HarmonyOS Sans SC" panose="00000500000000000000" charset="-122"/>
                <a:ea typeface="HarmonyOS Sans SC" panose="00000500000000000000" charset="-122"/>
              </a:rPr>
              <a:t>2</a:t>
            </a:r>
            <a:endParaRPr kumimoji="1" lang="zh-CN" altLang="en-US" sz="2400" b="1" dirty="0">
              <a:solidFill>
                <a:srgbClr val="FFFFFF"/>
              </a:solidFill>
              <a:latin typeface="HarmonyOS Sans SC" panose="00000500000000000000" charset="-122"/>
              <a:ea typeface="HarmonyOS Sans SC" panose="00000500000000000000" charset="-122"/>
            </a:endParaRPr>
          </a:p>
        </p:txBody>
      </p:sp>
      <p:grpSp>
        <p:nvGrpSpPr>
          <p:cNvPr id="17" name="组合 16"/>
          <p:cNvGrpSpPr/>
          <p:nvPr>
            <p:custDataLst>
              <p:tags r:id="rId12"/>
            </p:custDataLst>
          </p:nvPr>
        </p:nvGrpSpPr>
        <p:grpSpPr>
          <a:xfrm>
            <a:off x="1889125" y="4822190"/>
            <a:ext cx="7944485" cy="1290320"/>
            <a:chOff x="1940715" y="4678614"/>
            <a:chExt cx="7944529" cy="1163792"/>
          </a:xfrm>
        </p:grpSpPr>
        <p:sp>
          <p:nvSpPr>
            <p:cNvPr id="25" name="任意形状 24"/>
            <p:cNvSpPr/>
            <p:nvPr>
              <p:custDataLst>
                <p:tags r:id="rId13"/>
              </p:custDataLst>
            </p:nvPr>
          </p:nvSpPr>
          <p:spPr>
            <a:xfrm>
              <a:off x="1940716" y="4678614"/>
              <a:ext cx="374410" cy="1163346"/>
            </a:xfrm>
            <a:custGeom>
              <a:avLst/>
              <a:gdLst>
                <a:gd name="connsiteX0" fmla="*/ 100331 w 677731"/>
                <a:gd name="connsiteY0" fmla="*/ 5126 h 2105809"/>
                <a:gd name="connsiteX1" fmla="*/ 5126 w 677731"/>
                <a:gd name="connsiteY1" fmla="*/ 100331 h 2105809"/>
                <a:gd name="connsiteX2" fmla="*/ 5126 w 677731"/>
                <a:gd name="connsiteY2" fmla="*/ 2007662 h 2105809"/>
                <a:gd name="connsiteX3" fmla="*/ 100331 w 677731"/>
                <a:gd name="connsiteY3" fmla="*/ 2102867 h 2105809"/>
                <a:gd name="connsiteX4" fmla="*/ 281866 w 677731"/>
                <a:gd name="connsiteY4" fmla="*/ 2102867 h 2105809"/>
                <a:gd name="connsiteX5" fmla="*/ 281866 w 677731"/>
                <a:gd name="connsiteY5" fmla="*/ 2102867 h 2105809"/>
                <a:gd name="connsiteX6" fmla="*/ 281866 w 677731"/>
                <a:gd name="connsiteY6" fmla="*/ 860359 h 2105809"/>
                <a:gd name="connsiteX7" fmla="*/ 349639 w 677731"/>
                <a:gd name="connsiteY7" fmla="*/ 697380 h 2105809"/>
                <a:gd name="connsiteX8" fmla="*/ 605402 w 677731"/>
                <a:gd name="connsiteY8" fmla="*/ 441617 h 2105809"/>
                <a:gd name="connsiteX9" fmla="*/ 673176 w 677731"/>
                <a:gd name="connsiteY9" fmla="*/ 278639 h 2105809"/>
                <a:gd name="connsiteX10" fmla="*/ 673176 w 677731"/>
                <a:gd name="connsiteY10" fmla="*/ 5933 h 2105809"/>
                <a:gd name="connsiteX11" fmla="*/ 100331 w 677731"/>
                <a:gd name="connsiteY11" fmla="*/ 5933 h 210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7731" h="2105809">
                  <a:moveTo>
                    <a:pt x="100331" y="5126"/>
                  </a:moveTo>
                  <a:cubicBezTo>
                    <a:pt x="47887" y="5126"/>
                    <a:pt x="5126" y="47887"/>
                    <a:pt x="5126" y="100331"/>
                  </a:cubicBezTo>
                  <a:lnTo>
                    <a:pt x="5126" y="2007662"/>
                  </a:lnTo>
                  <a:cubicBezTo>
                    <a:pt x="5126" y="2060105"/>
                    <a:pt x="47887" y="2102867"/>
                    <a:pt x="100331" y="2102867"/>
                  </a:cubicBezTo>
                  <a:lnTo>
                    <a:pt x="281866" y="2102867"/>
                  </a:lnTo>
                  <a:cubicBezTo>
                    <a:pt x="281866" y="2102867"/>
                    <a:pt x="281866" y="2102867"/>
                    <a:pt x="281866" y="2102867"/>
                  </a:cubicBezTo>
                  <a:lnTo>
                    <a:pt x="281866" y="860359"/>
                  </a:lnTo>
                  <a:cubicBezTo>
                    <a:pt x="281866" y="807915"/>
                    <a:pt x="312525" y="734494"/>
                    <a:pt x="349639" y="697380"/>
                  </a:cubicBezTo>
                  <a:lnTo>
                    <a:pt x="605402" y="441617"/>
                  </a:lnTo>
                  <a:cubicBezTo>
                    <a:pt x="642516" y="404503"/>
                    <a:pt x="673176" y="331082"/>
                    <a:pt x="673176" y="278639"/>
                  </a:cubicBezTo>
                  <a:lnTo>
                    <a:pt x="673176" y="5933"/>
                  </a:lnTo>
                  <a:lnTo>
                    <a:pt x="100331" y="5933"/>
                  </a:lnTo>
                  <a:close/>
                </a:path>
              </a:pathLst>
            </a:custGeom>
            <a:solidFill>
              <a:srgbClr val="FFFFFF">
                <a:lumMod val="95000"/>
              </a:srgbClr>
            </a:solidFill>
            <a:ln w="254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rgbClr val="222222"/>
                </a:solidFill>
                <a:latin typeface="微软雅黑" panose="020B0503020204020204" pitchFamily="34" charset="-122"/>
                <a:ea typeface="微软雅黑" panose="020B0503020204020204" pitchFamily="34" charset="-122"/>
              </a:endParaRPr>
            </a:p>
          </p:txBody>
        </p:sp>
        <p:sp>
          <p:nvSpPr>
            <p:cNvPr id="26" name="圆角矩形 25"/>
            <p:cNvSpPr/>
            <p:nvPr>
              <p:custDataLst>
                <p:tags r:id="rId14"/>
              </p:custDataLst>
            </p:nvPr>
          </p:nvSpPr>
          <p:spPr>
            <a:xfrm>
              <a:off x="1940715" y="4678614"/>
              <a:ext cx="7944528" cy="1161867"/>
            </a:xfrm>
            <a:prstGeom prst="roundRect">
              <a:avLst>
                <a:gd name="adj" fmla="val 5137"/>
              </a:avLst>
            </a:prstGeom>
            <a:noFill/>
            <a:ln w="25400" cap="flat">
              <a:solidFill>
                <a:srgbClr val="417E85"/>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rgbClr val="222222"/>
                </a:solidFill>
                <a:latin typeface="微软雅黑" panose="020B0503020204020204" pitchFamily="34" charset="-122"/>
                <a:ea typeface="微软雅黑" panose="020B0503020204020204" pitchFamily="34" charset="-122"/>
              </a:endParaRPr>
            </a:p>
          </p:txBody>
        </p:sp>
        <p:sp>
          <p:nvSpPr>
            <p:cNvPr id="27" name="任意形状 26"/>
            <p:cNvSpPr/>
            <p:nvPr>
              <p:custDataLst>
                <p:tags r:id="rId15"/>
              </p:custDataLst>
            </p:nvPr>
          </p:nvSpPr>
          <p:spPr>
            <a:xfrm>
              <a:off x="9390488" y="4679060"/>
              <a:ext cx="494756" cy="1163346"/>
            </a:xfrm>
            <a:custGeom>
              <a:avLst/>
              <a:gdLst>
                <a:gd name="connsiteX0" fmla="*/ 799040 w 895574"/>
                <a:gd name="connsiteY0" fmla="*/ 2102060 h 2105809"/>
                <a:gd name="connsiteX1" fmla="*/ 894245 w 895574"/>
                <a:gd name="connsiteY1" fmla="*/ 2006855 h 2105809"/>
                <a:gd name="connsiteX2" fmla="*/ 894245 w 895574"/>
                <a:gd name="connsiteY2" fmla="*/ 100331 h 2105809"/>
                <a:gd name="connsiteX3" fmla="*/ 799040 w 895574"/>
                <a:gd name="connsiteY3" fmla="*/ 5126 h 2105809"/>
                <a:gd name="connsiteX4" fmla="*/ 396435 w 895574"/>
                <a:gd name="connsiteY4" fmla="*/ 5126 h 2105809"/>
                <a:gd name="connsiteX5" fmla="*/ 396435 w 895574"/>
                <a:gd name="connsiteY5" fmla="*/ 5126 h 2105809"/>
                <a:gd name="connsiteX6" fmla="*/ 396435 w 895574"/>
                <a:gd name="connsiteY6" fmla="*/ 845029 h 2105809"/>
                <a:gd name="connsiteX7" fmla="*/ 328662 w 895574"/>
                <a:gd name="connsiteY7" fmla="*/ 1008007 h 2105809"/>
                <a:gd name="connsiteX8" fmla="*/ 72899 w 895574"/>
                <a:gd name="connsiteY8" fmla="*/ 1263770 h 2105809"/>
                <a:gd name="connsiteX9" fmla="*/ 5126 w 895574"/>
                <a:gd name="connsiteY9" fmla="*/ 1426749 h 2105809"/>
                <a:gd name="connsiteX10" fmla="*/ 5126 w 895574"/>
                <a:gd name="connsiteY10" fmla="*/ 2102867 h 2105809"/>
                <a:gd name="connsiteX11" fmla="*/ 799040 w 895574"/>
                <a:gd name="connsiteY11" fmla="*/ 2102867 h 210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5574" h="2105809">
                  <a:moveTo>
                    <a:pt x="799040" y="2102060"/>
                  </a:moveTo>
                  <a:cubicBezTo>
                    <a:pt x="851484" y="2102060"/>
                    <a:pt x="894245" y="2059298"/>
                    <a:pt x="894245" y="2006855"/>
                  </a:cubicBezTo>
                  <a:lnTo>
                    <a:pt x="894245" y="100331"/>
                  </a:lnTo>
                  <a:cubicBezTo>
                    <a:pt x="894245" y="47887"/>
                    <a:pt x="851484" y="5126"/>
                    <a:pt x="799040" y="5126"/>
                  </a:cubicBezTo>
                  <a:lnTo>
                    <a:pt x="396435" y="5126"/>
                  </a:lnTo>
                  <a:cubicBezTo>
                    <a:pt x="396435" y="5126"/>
                    <a:pt x="396435" y="5126"/>
                    <a:pt x="396435" y="5126"/>
                  </a:cubicBezTo>
                  <a:lnTo>
                    <a:pt x="396435" y="845029"/>
                  </a:lnTo>
                  <a:cubicBezTo>
                    <a:pt x="396435" y="897472"/>
                    <a:pt x="365776" y="970893"/>
                    <a:pt x="328662" y="1008007"/>
                  </a:cubicBezTo>
                  <a:lnTo>
                    <a:pt x="72899" y="1263770"/>
                  </a:lnTo>
                  <a:cubicBezTo>
                    <a:pt x="35785" y="1300884"/>
                    <a:pt x="5126" y="1374305"/>
                    <a:pt x="5126" y="1426749"/>
                  </a:cubicBezTo>
                  <a:lnTo>
                    <a:pt x="5126" y="2102867"/>
                  </a:lnTo>
                  <a:lnTo>
                    <a:pt x="799040" y="2102867"/>
                  </a:lnTo>
                  <a:close/>
                </a:path>
              </a:pathLst>
            </a:custGeom>
            <a:solidFill>
              <a:srgbClr val="417E85"/>
            </a:solidFill>
            <a:ln w="2540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rgbClr val="222222"/>
                </a:solidFill>
                <a:latin typeface="微软雅黑" panose="020B0503020204020204" pitchFamily="34" charset="-122"/>
                <a:ea typeface="微软雅黑" panose="020B0503020204020204" pitchFamily="34" charset="-122"/>
              </a:endParaRPr>
            </a:p>
          </p:txBody>
        </p:sp>
      </p:grpSp>
      <p:sp>
        <p:nvSpPr>
          <p:cNvPr id="32" name="文本框 31"/>
          <p:cNvSpPr txBox="1"/>
          <p:nvPr>
            <p:custDataLst>
              <p:tags r:id="rId16"/>
            </p:custDataLst>
          </p:nvPr>
        </p:nvSpPr>
        <p:spPr>
          <a:xfrm>
            <a:off x="9329420" y="5650230"/>
            <a:ext cx="535940" cy="461645"/>
          </a:xfrm>
          <a:prstGeom prst="rect">
            <a:avLst/>
          </a:prstGeom>
          <a:noFill/>
        </p:spPr>
        <p:txBody>
          <a:bodyPr wrap="square" rtlCol="0">
            <a:normAutofit/>
          </a:bodyPr>
          <a:lstStyle/>
          <a:p>
            <a:pPr algn="ctr" defTabSz="457200"/>
            <a:r>
              <a:rPr kumimoji="1" lang="en-US" altLang="zh-CN" sz="2400" b="1" dirty="0">
                <a:solidFill>
                  <a:srgbClr val="FFFFFF"/>
                </a:solidFill>
                <a:latin typeface="HarmonyOS Sans SC" panose="00000500000000000000" charset="-122"/>
                <a:ea typeface="HarmonyOS Sans SC" panose="00000500000000000000" charset="-122"/>
              </a:rPr>
              <a:t>3</a:t>
            </a:r>
            <a:endParaRPr kumimoji="1" lang="zh-CN" altLang="en-US" sz="2400" b="1" dirty="0">
              <a:solidFill>
                <a:srgbClr val="FFFFFF"/>
              </a:solidFill>
              <a:latin typeface="HarmonyOS Sans SC" panose="00000500000000000000" charset="-122"/>
              <a:ea typeface="HarmonyOS Sans SC" panose="00000500000000000000" charset="-122"/>
            </a:endParaRPr>
          </a:p>
        </p:txBody>
      </p:sp>
      <p:sp>
        <p:nvSpPr>
          <p:cNvPr id="36" name="文本框 35"/>
          <p:cNvSpPr txBox="1"/>
          <p:nvPr>
            <p:custDataLst>
              <p:tags r:id="rId17"/>
            </p:custDataLst>
          </p:nvPr>
        </p:nvSpPr>
        <p:spPr>
          <a:xfrm>
            <a:off x="1523365" y="2258695"/>
            <a:ext cx="7268210" cy="662305"/>
          </a:xfrm>
          <a:prstGeom prst="rect">
            <a:avLst/>
          </a:prstGeom>
          <a:noFill/>
        </p:spPr>
        <p:txBody>
          <a:bodyPr wrap="square" lIns="90000" tIns="0" rtlCol="0">
            <a:noAutofit/>
          </a:bodyPr>
          <a:lstStyle>
            <a:defPPr>
              <a:defRPr lang="en-US"/>
            </a:defPPr>
            <a:lvl1pPr algn="r">
              <a:lnSpc>
                <a:spcPct val="140000"/>
              </a:lnSpc>
              <a:defRPr kumimoji="1" sz="1400">
                <a:solidFill>
                  <a:srgbClr val="222222">
                    <a:lumMod val="75000"/>
                    <a:lumOff val="25000"/>
                  </a:srgbClr>
                </a:solidFill>
              </a:defRPr>
            </a:lvl1pPr>
          </a:lstStyle>
          <a:p>
            <a:pPr algn="l"/>
            <a:r>
              <a:rPr lang="zh-CN" altLang="en-US" sz="1100" spc="150" dirty="0">
                <a:latin typeface="HarmonyOS Sans SC" panose="00000500000000000000" charset="-122"/>
                <a:ea typeface="HarmonyOS Sans SC" panose="00000500000000000000" charset="-122"/>
                <a:cs typeface="HarmonyOS Sans SC" panose="00000500000000000000" charset="-122"/>
              </a:rPr>
              <a:t>当应用的resources目录中没有与设备状态匹配的限定词目录时，会自动引用该目录中的资源文件。</a:t>
            </a:r>
            <a:endParaRPr lang="zh-CN" altLang="en-US" sz="1100" spc="150" dirty="0">
              <a:latin typeface="HarmonyOS Sans SC" panose="00000500000000000000" charset="-122"/>
              <a:ea typeface="HarmonyOS Sans SC" panose="00000500000000000000" charset="-122"/>
              <a:cs typeface="HarmonyOS Sans SC" panose="00000500000000000000" charset="-122"/>
            </a:endParaRPr>
          </a:p>
          <a:p>
            <a:pPr algn="l"/>
            <a:r>
              <a:rPr lang="zh-CN" altLang="en-US" sz="1100" spc="150" dirty="0">
                <a:latin typeface="HarmonyOS Sans SC" panose="00000500000000000000" charset="-122"/>
                <a:ea typeface="HarmonyOS Sans SC" panose="00000500000000000000" charset="-122"/>
                <a:cs typeface="HarmonyOS Sans SC" panose="00000500000000000000" charset="-122"/>
              </a:rPr>
              <a:t>base目录的二级子目录为资源组目录，用于存放字符串、颜色、布尔值等基础元素，以及媒体、动画、布局等资源文件</a:t>
            </a:r>
            <a:endParaRPr lang="zh-CN" altLang="en-US" sz="1100" spc="150" dirty="0">
              <a:latin typeface="HarmonyOS Sans SC" panose="00000500000000000000" charset="-122"/>
              <a:ea typeface="HarmonyOS Sans SC" panose="00000500000000000000" charset="-122"/>
              <a:cs typeface="HarmonyOS Sans SC" panose="00000500000000000000" charset="-122"/>
            </a:endParaRPr>
          </a:p>
        </p:txBody>
      </p:sp>
      <p:sp>
        <p:nvSpPr>
          <p:cNvPr id="2" name="文本框 1"/>
          <p:cNvSpPr txBox="1"/>
          <p:nvPr>
            <p:custDataLst>
              <p:tags r:id="rId18"/>
            </p:custDataLst>
          </p:nvPr>
        </p:nvSpPr>
        <p:spPr>
          <a:xfrm flipH="1">
            <a:off x="1546225" y="1885315"/>
            <a:ext cx="7245350" cy="369570"/>
          </a:xfrm>
          <a:prstGeom prst="rect">
            <a:avLst/>
          </a:prstGeom>
          <a:noFill/>
        </p:spPr>
        <p:txBody>
          <a:bodyPr wrap="square" bIns="0" rtlCol="0" anchor="b" anchorCtr="0">
            <a:normAutofit fontScale="90000" lnSpcReduction="10000"/>
          </a:bodyPr>
          <a:lstStyle>
            <a:defPPr>
              <a:defRPr lang="en-US"/>
            </a:defPPr>
            <a:lvl1pPr algn="r">
              <a:defRPr kumimoji="1" b="1">
                <a:solidFill>
                  <a:srgbClr val="2196F3"/>
                </a:solidFill>
                <a:latin typeface="+mn-ea"/>
              </a:defRPr>
            </a:lvl1pPr>
          </a:lstStyle>
          <a:p>
            <a:pPr algn="l" defTabSz="457200"/>
            <a:r>
              <a:rPr lang="en-US" altLang="zh-CN" spc="300" dirty="0">
                <a:solidFill>
                  <a:schemeClr val="accent1">
                    <a:lumMod val="60000"/>
                    <a:lumOff val="40000"/>
                  </a:schemeClr>
                </a:solidFill>
                <a:latin typeface="HarmonyOS Sans SC" panose="00000500000000000000" charset="-122"/>
                <a:ea typeface="HarmonyOS Sans SC" panose="00000500000000000000" charset="-122"/>
                <a:cs typeface="HarmonyOS Sans SC" panose="00000500000000000000" charset="-122"/>
              </a:rPr>
              <a:t>base</a:t>
            </a:r>
            <a:r>
              <a:rPr lang="zh-CN" altLang="en-US" spc="300" dirty="0">
                <a:solidFill>
                  <a:schemeClr val="accent1">
                    <a:lumMod val="60000"/>
                    <a:lumOff val="40000"/>
                  </a:schemeClr>
                </a:solidFill>
                <a:latin typeface="HarmonyOS Sans SC" panose="00000500000000000000" charset="-122"/>
                <a:ea typeface="HarmonyOS Sans SC" panose="00000500000000000000" charset="-122"/>
                <a:cs typeface="HarmonyOS Sans SC" panose="00000500000000000000" charset="-122"/>
              </a:rPr>
              <a:t>目录</a:t>
            </a:r>
            <a:endParaRPr lang="zh-CN" altLang="en-US" spc="300" dirty="0">
              <a:solidFill>
                <a:schemeClr val="accent1">
                  <a:lumMod val="60000"/>
                  <a:lumOff val="40000"/>
                </a:schemeClr>
              </a:solidFill>
              <a:latin typeface="HarmonyOS Sans SC" panose="00000500000000000000" charset="-122"/>
              <a:ea typeface="HarmonyOS Sans SC" panose="00000500000000000000" charset="-122"/>
              <a:cs typeface="HarmonyOS Sans SC" panose="00000500000000000000" charset="-122"/>
            </a:endParaRPr>
          </a:p>
        </p:txBody>
      </p:sp>
      <p:sp>
        <p:nvSpPr>
          <p:cNvPr id="42" name="文本框 41"/>
          <p:cNvSpPr txBox="1"/>
          <p:nvPr>
            <p:custDataLst>
              <p:tags r:id="rId19"/>
            </p:custDataLst>
          </p:nvPr>
        </p:nvSpPr>
        <p:spPr>
          <a:xfrm>
            <a:off x="2952750" y="3776345"/>
            <a:ext cx="7268210" cy="662305"/>
          </a:xfrm>
          <a:prstGeom prst="rect">
            <a:avLst/>
          </a:prstGeom>
          <a:noFill/>
        </p:spPr>
        <p:txBody>
          <a:bodyPr wrap="square" lIns="90000" tIns="0" rtlCol="0">
            <a:normAutofit/>
          </a:bodyPr>
          <a:lstStyle>
            <a:defPPr>
              <a:defRPr lang="en-US"/>
            </a:defPPr>
            <a:lvl1pPr algn="r">
              <a:lnSpc>
                <a:spcPct val="140000"/>
              </a:lnSpc>
              <a:defRPr kumimoji="1" sz="1400">
                <a:solidFill>
                  <a:srgbClr val="222222">
                    <a:lumMod val="75000"/>
                    <a:lumOff val="25000"/>
                  </a:srgbClr>
                </a:solidFill>
              </a:defRPr>
            </a:lvl1pPr>
          </a:lstStyle>
          <a:p>
            <a:pPr algn="l"/>
            <a:r>
              <a:rPr lang="zh-CN" altLang="en-US" sz="1100" spc="150" dirty="0">
                <a:latin typeface="HarmonyOS Sans SC" panose="00000500000000000000" charset="-122"/>
                <a:ea typeface="HarmonyOS Sans SC" panose="00000500000000000000" charset="-122"/>
                <a:cs typeface="HarmonyOS Sans SC" panose="00000500000000000000" charset="-122"/>
              </a:rPr>
              <a:t>支持创建多层子目录，目录名称可以自定义，文件夹内可以自由放置各类资源文件。</a:t>
            </a:r>
            <a:endParaRPr lang="zh-CN" altLang="en-US" sz="1100" spc="150" dirty="0">
              <a:latin typeface="HarmonyOS Sans SC" panose="00000500000000000000" charset="-122"/>
              <a:ea typeface="HarmonyOS Sans SC" panose="00000500000000000000" charset="-122"/>
              <a:cs typeface="HarmonyOS Sans SC" panose="00000500000000000000" charset="-122"/>
            </a:endParaRPr>
          </a:p>
          <a:p>
            <a:pPr algn="l"/>
            <a:r>
              <a:rPr lang="zh-CN" altLang="en-US" sz="1100" spc="150" dirty="0">
                <a:latin typeface="HarmonyOS Sans SC" panose="00000500000000000000" charset="-122"/>
                <a:ea typeface="HarmonyOS Sans SC" panose="00000500000000000000" charset="-122"/>
                <a:cs typeface="HarmonyOS Sans SC" panose="00000500000000000000" charset="-122"/>
              </a:rPr>
              <a:t>rawfile目录的文件不会根据设备状态去匹配不同的资源。</a:t>
            </a:r>
            <a:endParaRPr lang="zh-CN" altLang="en-US" sz="1100" spc="150" dirty="0">
              <a:latin typeface="HarmonyOS Sans SC" panose="00000500000000000000" charset="-122"/>
              <a:ea typeface="HarmonyOS Sans SC" panose="00000500000000000000" charset="-122"/>
              <a:cs typeface="HarmonyOS Sans SC" panose="00000500000000000000" charset="-122"/>
            </a:endParaRPr>
          </a:p>
        </p:txBody>
      </p:sp>
      <p:sp>
        <p:nvSpPr>
          <p:cNvPr id="43" name="文本框 42"/>
          <p:cNvSpPr txBox="1"/>
          <p:nvPr>
            <p:custDataLst>
              <p:tags r:id="rId20"/>
            </p:custDataLst>
          </p:nvPr>
        </p:nvSpPr>
        <p:spPr>
          <a:xfrm flipH="1">
            <a:off x="2971165" y="3402965"/>
            <a:ext cx="7239635" cy="369570"/>
          </a:xfrm>
          <a:prstGeom prst="rect">
            <a:avLst/>
          </a:prstGeom>
          <a:noFill/>
        </p:spPr>
        <p:txBody>
          <a:bodyPr wrap="square" bIns="0" rtlCol="0" anchor="b" anchorCtr="0">
            <a:normAutofit fontScale="90000" lnSpcReduction="10000"/>
          </a:bodyPr>
          <a:lstStyle>
            <a:defPPr>
              <a:defRPr lang="en-US"/>
            </a:defPPr>
            <a:lvl1pPr algn="r">
              <a:defRPr kumimoji="1" b="1">
                <a:solidFill>
                  <a:srgbClr val="2196F3"/>
                </a:solidFill>
                <a:latin typeface="+mn-ea"/>
              </a:defRPr>
            </a:lvl1pPr>
          </a:lstStyle>
          <a:p>
            <a:pPr algn="l" defTabSz="457200"/>
            <a:r>
              <a:rPr lang="zh-CN" altLang="en-US" spc="300" dirty="0">
                <a:solidFill>
                  <a:schemeClr val="accent1">
                    <a:lumMod val="60000"/>
                    <a:lumOff val="40000"/>
                  </a:schemeClr>
                </a:solidFill>
                <a:latin typeface="HarmonyOS Sans SC" panose="00000500000000000000" charset="-122"/>
                <a:ea typeface="HarmonyOS Sans SC" panose="00000500000000000000" charset="-122"/>
                <a:cs typeface="HarmonyOS Sans SC" panose="00000500000000000000" charset="-122"/>
              </a:rPr>
              <a:t>rawfile目录</a:t>
            </a:r>
            <a:endParaRPr lang="zh-CN" altLang="en-US" spc="300" dirty="0">
              <a:solidFill>
                <a:schemeClr val="accent1">
                  <a:lumMod val="60000"/>
                  <a:lumOff val="40000"/>
                </a:schemeClr>
              </a:solidFill>
              <a:latin typeface="HarmonyOS Sans SC" panose="00000500000000000000" charset="-122"/>
              <a:ea typeface="HarmonyOS Sans SC" panose="00000500000000000000" charset="-122"/>
              <a:cs typeface="HarmonyOS Sans SC" panose="00000500000000000000" charset="-122"/>
            </a:endParaRPr>
          </a:p>
        </p:txBody>
      </p:sp>
      <p:sp>
        <p:nvSpPr>
          <p:cNvPr id="51" name="文本框 50"/>
          <p:cNvSpPr txBox="1"/>
          <p:nvPr>
            <p:custDataLst>
              <p:tags r:id="rId21"/>
            </p:custDataLst>
          </p:nvPr>
        </p:nvSpPr>
        <p:spPr>
          <a:xfrm>
            <a:off x="2070735" y="5293995"/>
            <a:ext cx="7257415" cy="662305"/>
          </a:xfrm>
          <a:prstGeom prst="rect">
            <a:avLst/>
          </a:prstGeom>
          <a:noFill/>
        </p:spPr>
        <p:txBody>
          <a:bodyPr wrap="square" lIns="90000" tIns="0" rtlCol="0">
            <a:normAutofit/>
          </a:bodyPr>
          <a:lstStyle>
            <a:defPPr>
              <a:defRPr lang="en-US"/>
            </a:defPPr>
            <a:lvl1pPr algn="r">
              <a:lnSpc>
                <a:spcPct val="140000"/>
              </a:lnSpc>
              <a:defRPr kumimoji="1" sz="1400">
                <a:solidFill>
                  <a:srgbClr val="222222">
                    <a:lumMod val="75000"/>
                    <a:lumOff val="25000"/>
                  </a:srgbClr>
                </a:solidFill>
              </a:defRPr>
            </a:lvl1pPr>
          </a:lstStyle>
          <a:p>
            <a:pPr algn="l"/>
            <a:r>
              <a:rPr lang="zh-CN" altLang="en-US" sz="1100" spc="150" dirty="0">
                <a:latin typeface="HarmonyOS Sans SC" panose="00000500000000000000" charset="-122"/>
                <a:ea typeface="HarmonyOS Sans SC" panose="00000500000000000000" charset="-122"/>
                <a:cs typeface="HarmonyOS Sans SC" panose="00000500000000000000" charset="-122"/>
              </a:rPr>
              <a:t>en_US和zh_CN是默认存在的两个限定词目录，其余限定词目录需要开发者自行创建。目录名称由一个或多个表征应用场景或设备特征的限定词组合而成。</a:t>
            </a:r>
            <a:endParaRPr lang="zh-CN" altLang="en-US" sz="1100" spc="150" dirty="0">
              <a:latin typeface="HarmonyOS Sans SC" panose="00000500000000000000" charset="-122"/>
              <a:ea typeface="HarmonyOS Sans SC" panose="00000500000000000000" charset="-122"/>
              <a:cs typeface="HarmonyOS Sans SC" panose="00000500000000000000" charset="-122"/>
            </a:endParaRPr>
          </a:p>
        </p:txBody>
      </p:sp>
      <p:sp>
        <p:nvSpPr>
          <p:cNvPr id="52" name="文本框 51"/>
          <p:cNvSpPr txBox="1"/>
          <p:nvPr>
            <p:custDataLst>
              <p:tags r:id="rId22"/>
            </p:custDataLst>
          </p:nvPr>
        </p:nvSpPr>
        <p:spPr>
          <a:xfrm flipH="1">
            <a:off x="2068830" y="4920615"/>
            <a:ext cx="7270115" cy="369570"/>
          </a:xfrm>
          <a:prstGeom prst="rect">
            <a:avLst/>
          </a:prstGeom>
          <a:noFill/>
        </p:spPr>
        <p:txBody>
          <a:bodyPr wrap="square" bIns="0" rtlCol="0" anchor="b" anchorCtr="0">
            <a:normAutofit fontScale="90000" lnSpcReduction="10000"/>
          </a:bodyPr>
          <a:lstStyle>
            <a:defPPr>
              <a:defRPr lang="en-US"/>
            </a:defPPr>
            <a:lvl1pPr algn="r">
              <a:defRPr kumimoji="1" b="1">
                <a:solidFill>
                  <a:srgbClr val="2196F3"/>
                </a:solidFill>
                <a:latin typeface="+mn-ea"/>
              </a:defRPr>
            </a:lvl1pPr>
          </a:lstStyle>
          <a:p>
            <a:pPr algn="l" defTabSz="457200"/>
            <a:r>
              <a:rPr lang="zh-CN" altLang="en-US" spc="300" dirty="0">
                <a:solidFill>
                  <a:schemeClr val="accent1">
                    <a:lumMod val="60000"/>
                    <a:lumOff val="40000"/>
                  </a:schemeClr>
                </a:solidFill>
                <a:latin typeface="HarmonyOS Sans SC" panose="00000500000000000000" charset="-122"/>
                <a:ea typeface="HarmonyOS Sans SC" panose="00000500000000000000" charset="-122"/>
              </a:rPr>
              <a:t>限定词目录</a:t>
            </a:r>
            <a:endParaRPr lang="zh-CN" altLang="en-US" spc="300" dirty="0">
              <a:solidFill>
                <a:schemeClr val="accent1">
                  <a:lumMod val="60000"/>
                  <a:lumOff val="40000"/>
                </a:schemeClr>
              </a:solidFill>
              <a:latin typeface="HarmonyOS Sans SC" panose="00000500000000000000" charset="-122"/>
              <a:ea typeface="HarmonyOS Sans SC" panose="00000500000000000000" charset="-122"/>
            </a:endParaRPr>
          </a:p>
        </p:txBody>
      </p:sp>
      <p:sp>
        <p:nvSpPr>
          <p:cNvPr id="3" name="标题 2"/>
          <p:cNvSpPr>
            <a:spLocks noGrp="1"/>
          </p:cNvSpPr>
          <p:nvPr>
            <p:ph type="title"/>
          </p:nvPr>
        </p:nvSpPr>
        <p:spPr>
          <a:xfrm>
            <a:off x="558086" y="801752"/>
            <a:ext cx="10971372" cy="1143265"/>
          </a:xfrm>
        </p:spPr>
        <p:txBody>
          <a:bodyPr/>
          <a:lstStyle/>
          <a:p>
            <a:r>
              <a:rPr lang="zh-CN" altLang="zh-CN" sz="2800" dirty="0">
                <a:solidFill>
                  <a:schemeClr val="tx1">
                    <a:lumMod val="85000"/>
                    <a:lumOff val="15000"/>
                  </a:schemeClr>
                </a:solidFill>
                <a:latin typeface="HarmonyOS Sans SC" panose="00000500000000000000" charset="-122"/>
                <a:ea typeface="HarmonyOS Sans SC" panose="00000500000000000000" charset="-122"/>
                <a:sym typeface="Arial" panose="020B0604020202020204" pitchFamily="34" charset="0"/>
              </a:rPr>
              <a:t>资源类别</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284085"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程序调试</a:t>
            </a:r>
            <a:endPar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程序调试</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
          <a:stretch>
            <a:fillRect/>
          </a:stretch>
        </p:blipFill>
        <p:spPr>
          <a:xfrm>
            <a:off x="944880" y="2014937"/>
            <a:ext cx="2797810" cy="3898265"/>
          </a:xfrm>
          <a:prstGeom prst="rect">
            <a:avLst/>
          </a:prstGeom>
        </p:spPr>
      </p:pic>
      <p:sp>
        <p:nvSpPr>
          <p:cNvPr id="7" name="椭圆形标注 12"/>
          <p:cNvSpPr/>
          <p:nvPr/>
        </p:nvSpPr>
        <p:spPr>
          <a:xfrm>
            <a:off x="2968625" y="1359617"/>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8" name="TextBox 35"/>
          <p:cNvSpPr txBox="1">
            <a:spLocks noChangeArrowheads="1"/>
          </p:cNvSpPr>
          <p:nvPr/>
        </p:nvSpPr>
        <p:spPr bwMode="auto">
          <a:xfrm>
            <a:off x="3247390" y="1437722"/>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5735552" y="2637711"/>
            <a:ext cx="518037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a:latin typeface="微软雅黑" panose="020B0503020204020204" pitchFamily="34" charset="-122"/>
                <a:ea typeface="微软雅黑" panose="020B0503020204020204" pitchFamily="34" charset="-122"/>
              </a:rPr>
              <a:t>掌握</a:t>
            </a:r>
            <a:r>
              <a:rPr sz="2000" dirty="0">
                <a:solidFill>
                  <a:srgbClr val="0075CC"/>
                </a:solidFill>
                <a:latin typeface="微软雅黑" panose="020B0503020204020204" pitchFamily="34" charset="-122"/>
                <a:ea typeface="微软雅黑" panose="020B0503020204020204" pitchFamily="34" charset="-122"/>
              </a:rPr>
              <a:t>单元测试</a:t>
            </a:r>
            <a:r>
              <a:rPr lang="zh-CN" sz="2000" dirty="0">
                <a:solidFill>
                  <a:srgbClr val="0075CC"/>
                </a:solidFill>
                <a:latin typeface="微软雅黑" panose="020B0503020204020204" pitchFamily="34" charset="-122"/>
                <a:ea typeface="微软雅黑" panose="020B0503020204020204" pitchFamily="34" charset="-122"/>
              </a:rPr>
              <a:t>与</a:t>
            </a:r>
            <a:r>
              <a:rPr sz="2000" dirty="0">
                <a:solidFill>
                  <a:srgbClr val="0075CC"/>
                </a:solidFill>
                <a:latin typeface="微软雅黑" panose="020B0503020204020204" pitchFamily="34" charset="-122"/>
                <a:ea typeface="微软雅黑" panose="020B0503020204020204" pitchFamily="34" charset="-122"/>
                <a:sym typeface="+mn-ea"/>
              </a:rPr>
              <a:t>HiLog</a:t>
            </a:r>
            <a:r>
              <a:rPr sz="2000" dirty="0">
                <a:solidFill>
                  <a:srgbClr val="0075CC"/>
                </a:solidFill>
                <a:latin typeface="微软雅黑" panose="020B0503020204020204" pitchFamily="34" charset="-122"/>
                <a:ea typeface="微软雅黑" panose="020B0503020204020204" pitchFamily="34" charset="-122"/>
              </a:rPr>
              <a:t>的使用</a:t>
            </a:r>
            <a:r>
              <a:rPr sz="2000" dirty="0">
                <a:latin typeface="微软雅黑" panose="020B0503020204020204" pitchFamily="34" charset="-122"/>
                <a:ea typeface="微软雅黑" panose="020B0503020204020204" pitchFamily="34" charset="-122"/>
              </a:rPr>
              <a:t>，能够完成对程序的调试</a:t>
            </a:r>
            <a:endParaRPr sz="2000"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299308" y="2853482"/>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单元测试</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1630680" y="981710"/>
            <a:ext cx="8926195" cy="1014730"/>
          </a:xfrm>
          <a:prstGeom prst="rect">
            <a:avLst/>
          </a:prstGeom>
          <a:noFill/>
          <a:ln w="9525">
            <a:noFill/>
          </a:ln>
        </p:spPr>
        <p:txBody>
          <a:bodyPr wrap="square">
            <a:spAutoFit/>
          </a:bodyPr>
          <a:lstStyle/>
          <a:p>
            <a:pPr indent="0">
              <a:lnSpc>
                <a:spcPct val="150000"/>
              </a:lnSpc>
            </a:pPr>
            <a:r>
              <a:rPr lang="zh-CN"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单元测试</a:t>
            </a:r>
            <a:r>
              <a:rPr lang="zh-CN" sz="2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是指在</a:t>
            </a:r>
            <a:r>
              <a:rPr lang="en-US" sz="2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sz="2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程序开发过程中对</a:t>
            </a:r>
            <a:r>
              <a:rPr lang="zh-CN"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最小的功能模块进行测试</a:t>
            </a:r>
            <a:r>
              <a:rPr lang="zh-CN" sz="2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，单元测试</a:t>
            </a:r>
            <a:r>
              <a:rPr lang="zh-CN"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包括</a:t>
            </a:r>
            <a:r>
              <a:rPr lang="en-US"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OpenHarmony</a:t>
            </a:r>
            <a:r>
              <a:rPr lang="zh-CN"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单元测试和</a:t>
            </a:r>
            <a:r>
              <a:rPr lang="en-US"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LocalUnit.test.ets</a:t>
            </a:r>
            <a:r>
              <a:rPr lang="zh-CN" sz="2000" b="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单元测试</a:t>
            </a:r>
            <a:r>
              <a:rPr lang="zh-CN" sz="2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原创设计师QQ598969553          _3"/>
          <p:cNvSpPr/>
          <p:nvPr/>
        </p:nvSpPr>
        <p:spPr>
          <a:xfrm>
            <a:off x="1104265" y="2647950"/>
            <a:ext cx="4590415" cy="248031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4"/>
          <p:cNvSpPr/>
          <p:nvPr/>
        </p:nvSpPr>
        <p:spPr>
          <a:xfrm>
            <a:off x="1251585" y="3069590"/>
            <a:ext cx="4295775" cy="1938020"/>
          </a:xfrm>
          <a:prstGeom prst="rect">
            <a:avLst/>
          </a:prstGeom>
        </p:spPr>
        <p:txBody>
          <a:bodyPr wrap="square">
            <a:spAutoFit/>
          </a:bodyPr>
          <a:lstStyle/>
          <a:p>
            <a:pPr algn="l">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1. </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该测试方式执行测试的时候</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需要连接</a:t>
            </a:r>
            <a:endParaRPr lang="zh-CN" altLang="en-US" sz="1600" dirty="0">
              <a:solidFill>
                <a:srgbClr val="0075CC"/>
              </a:solidFill>
              <a:latin typeface="微软雅黑" panose="020B0503020204020204" pitchFamily="34" charset="-122"/>
              <a:ea typeface="微软雅黑" panose="020B0503020204020204" pitchFamily="34" charset="-122"/>
              <a:cs typeface="+mn-ea"/>
              <a:sym typeface="+mn-lt"/>
            </a:endParaRPr>
          </a:p>
          <a:p>
            <a:pPr algn="l">
              <a:lnSpc>
                <a:spcPct val="150000"/>
              </a:lnSpc>
            </a:pP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 </a:t>
            </a:r>
            <a:r>
              <a:rPr lang="en-US" altLang="zh-CN" sz="1600" dirty="0">
                <a:solidFill>
                  <a:srgbClr val="0075CC"/>
                </a:solidFill>
                <a:latin typeface="微软雅黑" panose="020B0503020204020204" pitchFamily="34" charset="-122"/>
                <a:ea typeface="微软雅黑" panose="020B0503020204020204" pitchFamily="34" charset="-122"/>
                <a:cs typeface="+mn-ea"/>
                <a:sym typeface="+mn-lt"/>
              </a:rPr>
              <a:t>      </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OpenHarmony</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设备</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2. </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速度</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比较</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慢</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3. </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适合</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需要</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调用OpenHarmony API</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的单元测试。</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
        <p:nvSpPr>
          <p:cNvPr id="12" name="原创设计师QQ598969553          _5"/>
          <p:cNvSpPr/>
          <p:nvPr/>
        </p:nvSpPr>
        <p:spPr>
          <a:xfrm>
            <a:off x="6592570" y="2604135"/>
            <a:ext cx="4590415" cy="25247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原创设计师QQ598969553          _6"/>
          <p:cNvSpPr/>
          <p:nvPr/>
        </p:nvSpPr>
        <p:spPr>
          <a:xfrm>
            <a:off x="1759556" y="2413963"/>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100000"/>
              </a:lnSpc>
            </a:pPr>
            <a:r>
              <a:rPr lang="en-US" altLang="zh-CN" sz="1800" b="1" dirty="0">
                <a:solidFill>
                  <a:schemeClr val="bg1"/>
                </a:solidFill>
                <a:latin typeface="微软雅黑" panose="020B0503020204020204" pitchFamily="34" charset="-122"/>
                <a:ea typeface="微软雅黑" panose="020B0503020204020204" pitchFamily="34" charset="-122"/>
                <a:cs typeface="+mn-ea"/>
                <a:sym typeface="+mn-lt"/>
              </a:rPr>
              <a:t>OpenHarmony</a:t>
            </a:r>
            <a:r>
              <a:rPr lang="zh-CN" altLang="en-US" sz="1800" b="1" dirty="0">
                <a:solidFill>
                  <a:schemeClr val="bg1"/>
                </a:solidFill>
                <a:latin typeface="微软雅黑" panose="020B0503020204020204" pitchFamily="34" charset="-122"/>
                <a:ea typeface="微软雅黑" panose="020B0503020204020204" pitchFamily="34" charset="-122"/>
                <a:cs typeface="+mn-ea"/>
                <a:sym typeface="+mn-lt"/>
              </a:rPr>
              <a:t>单元测试</a:t>
            </a:r>
            <a:endParaRPr lang="zh-CN" altLang="en-US" sz="1800">
              <a:solidFill>
                <a:schemeClr val="bg1"/>
              </a:solidFill>
              <a:cs typeface="+mn-ea"/>
              <a:sym typeface="+mn-lt"/>
            </a:endParaRPr>
          </a:p>
        </p:txBody>
      </p:sp>
      <p:sp>
        <p:nvSpPr>
          <p:cNvPr id="15" name="原创设计师QQ598969553          _8"/>
          <p:cNvSpPr/>
          <p:nvPr/>
        </p:nvSpPr>
        <p:spPr>
          <a:xfrm>
            <a:off x="7247861" y="2411498"/>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2860" tIns="22860" rIns="22860" bIns="22860" numCol="1" spcCol="1270" anchor="ctr" anchorCtr="0">
            <a:noAutofit/>
          </a:bodyPr>
          <a:lstStyle/>
          <a:p>
            <a:pPr algn="ctr" defTabSz="266700">
              <a:lnSpc>
                <a:spcPct val="100000"/>
              </a:lnSpc>
              <a:spcBef>
                <a:spcPct val="0"/>
              </a:spcBef>
              <a:spcAft>
                <a:spcPct val="35000"/>
              </a:spcAft>
            </a:pPr>
            <a:r>
              <a:rPr lang="en-US" altLang="zh-CN" sz="1800" b="1" dirty="0">
                <a:solidFill>
                  <a:schemeClr val="bg1"/>
                </a:solidFill>
                <a:latin typeface="微软雅黑" panose="020B0503020204020204" pitchFamily="34" charset="-122"/>
                <a:ea typeface="微软雅黑" panose="020B0503020204020204" pitchFamily="34" charset="-122"/>
                <a:cs typeface="+mn-ea"/>
                <a:sym typeface="+mn-lt"/>
              </a:rPr>
              <a:t>LocalUnit.test.ets</a:t>
            </a:r>
            <a:r>
              <a:rPr lang="zh-CN" altLang="en-US" sz="1800" b="1" dirty="0">
                <a:solidFill>
                  <a:schemeClr val="bg1"/>
                </a:solidFill>
                <a:latin typeface="微软雅黑" panose="020B0503020204020204" pitchFamily="34" charset="-122"/>
                <a:ea typeface="微软雅黑" panose="020B0503020204020204" pitchFamily="34" charset="-122"/>
                <a:cs typeface="+mn-ea"/>
                <a:sym typeface="+mn-lt"/>
              </a:rPr>
              <a:t>单元测试</a:t>
            </a:r>
            <a:endParaRPr lang="zh-CN" altLang="en-US" sz="1800">
              <a:solidFill>
                <a:srgbClr val="FFFFFF"/>
              </a:solidFill>
              <a:latin typeface="Lato Light"/>
              <a:cs typeface="Lato Light"/>
              <a:sym typeface="+mn-lt"/>
            </a:endParaRPr>
          </a:p>
        </p:txBody>
      </p:sp>
      <p:sp>
        <p:nvSpPr>
          <p:cNvPr id="18" name="原创设计师QQ598969553          _4"/>
          <p:cNvSpPr/>
          <p:nvPr/>
        </p:nvSpPr>
        <p:spPr>
          <a:xfrm>
            <a:off x="6744335" y="3141980"/>
            <a:ext cx="4295775" cy="1938020"/>
          </a:xfrm>
          <a:prstGeom prst="rect">
            <a:avLst/>
          </a:prstGeom>
        </p:spPr>
        <p:txBody>
          <a:bodyPr wrap="square">
            <a:spAutoFit/>
          </a:bodyPr>
          <a:lstStyle/>
          <a:p>
            <a:pPr algn="l">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1. </a:t>
            </a:r>
            <a:r>
              <a:rPr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该测试方式</a:t>
            </a:r>
            <a:r>
              <a:rPr sz="1600" dirty="0">
                <a:solidFill>
                  <a:srgbClr val="0075CC"/>
                </a:solidFill>
                <a:latin typeface="微软雅黑" panose="020B0503020204020204" pitchFamily="34" charset="-122"/>
                <a:ea typeface="微软雅黑" panose="020B0503020204020204" pitchFamily="34" charset="-122"/>
                <a:cs typeface="+mn-ea"/>
                <a:sym typeface="+mn-lt"/>
              </a:rPr>
              <a:t>不需要依赖OpenHarmony设备</a:t>
            </a:r>
            <a:r>
              <a:rPr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，在</a:t>
            </a:r>
            <a:endParaRPr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gn="l">
              <a:lnSpc>
                <a:spcPct val="150000"/>
              </a:lnSpc>
            </a:pPr>
            <a:r>
              <a:rPr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a:t>
            </a:r>
            <a:r>
              <a:rPr 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a:t>
            </a:r>
            <a:r>
              <a:rPr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本地即可运行</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2. </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速度快</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gn="l">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3. </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适合</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只</a:t>
            </a:r>
            <a:r>
              <a:rPr lang="zh-CN" altLang="en-US" sz="1600" dirty="0">
                <a:solidFill>
                  <a:srgbClr val="0075CC"/>
                </a:solidFill>
                <a:latin typeface="微软雅黑" panose="020B0503020204020204" pitchFamily="34" charset="-122"/>
                <a:ea typeface="微软雅黑" panose="020B0503020204020204" pitchFamily="34" charset="-122"/>
                <a:cs typeface="+mn-ea"/>
                <a:sym typeface="+mn-lt"/>
              </a:rPr>
              <a:t>对Java代码功能</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进行的单元测试。</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单元测试</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内容占位符 2"/>
          <p:cNvSpPr txBox="1"/>
          <p:nvPr/>
        </p:nvSpPr>
        <p:spPr bwMode="auto">
          <a:xfrm>
            <a:off x="1558925" y="1197610"/>
            <a:ext cx="10293350" cy="411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marL="457200" lvl="1" indent="0" eaLnBrk="1" hangingPunct="1">
              <a:lnSpc>
                <a:spcPct val="150000"/>
              </a:lnSpc>
              <a:spcBef>
                <a:spcPct val="2000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OpenHarmony 4.0</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版本在创建项目时，会默认在</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entry/src/ets/ohosTest</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entry/src/</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test</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文件夹中创建单元测试类</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abilityTest</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和</a:t>
            </a:r>
            <a:r>
              <a:rPr lang="en-US"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ea"/>
              </a:rPr>
              <a:t>LocalUnit</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单元测试类</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localUnitTest</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0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50000"/>
              </a:lnSpc>
              <a:spcBef>
                <a:spcPct val="20000"/>
              </a:spcBef>
              <a:buFont typeface="Arial" panose="020B0604020202020204" pitchFamily="34" charset="0"/>
              <a:buNone/>
            </a:pPr>
            <a:r>
              <a:rPr lang="en-US" altLang="zh-CN" sz="18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rPr>
              <a:t> OpenHarmony</a:t>
            </a:r>
            <a:r>
              <a:rPr lang="zh-CN" altLang="zh-CN" sz="1800" b="1">
                <a:latin typeface="微软雅黑" panose="020B0503020204020204" pitchFamily="34" charset="-122"/>
                <a:ea typeface="微软雅黑" panose="020B0503020204020204" pitchFamily="34" charset="-122"/>
                <a:cs typeface="微软雅黑" panose="020B0503020204020204" pitchFamily="34" charset="-122"/>
              </a:rPr>
              <a:t>单元测试类</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abilityTest</a:t>
            </a:r>
            <a:endParaRPr lang="en-US" altLang="zh-CN" sz="1800" b="1">
              <a:latin typeface="微软雅黑" panose="020B0503020204020204" pitchFamily="34" charset="-122"/>
              <a:ea typeface="微软雅黑" panose="020B0503020204020204" pitchFamily="34" charset="-122"/>
              <a:cs typeface="微软雅黑" panose="020B0503020204020204" pitchFamily="34" charset="-122"/>
            </a:endParaRPr>
          </a:p>
          <a:p>
            <a:pPr lvl="3" eaLnBrk="1" hangingPunct="1">
              <a:lnSpc>
                <a:spcPct val="150000"/>
              </a:lnSpc>
              <a:spcBef>
                <a:spcPct val="20000"/>
              </a:spcBef>
              <a:buFont typeface="Wingdings" panose="05000000000000000000" pitchFamily="2" charset="2"/>
              <a:buChar char="Ø"/>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import { hilog } from '@kit.PerformanceAnalysisKit';</a:t>
            </a:r>
            <a:endParaRPr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3" eaLnBrk="1" hangingPunct="1">
              <a:lnSpc>
                <a:spcPct val="150000"/>
              </a:lnSpc>
              <a:spcBef>
                <a:spcPct val="20000"/>
              </a:spcBef>
              <a:buFont typeface="Wingdings" panose="05000000000000000000" pitchFamily="2" charset="2"/>
              <a:buChar char="Ø"/>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import { describe, beforeAll, beforeEach, afterEach, afterAll, it, expect } from '@ohos/hypium';</a:t>
            </a:r>
            <a:endParaRPr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71600" lvl="3" indent="0" eaLnBrk="1" hangingPunct="1">
              <a:lnSpc>
                <a:spcPct val="150000"/>
              </a:lnSpc>
              <a:spcBef>
                <a:spcPct val="20000"/>
              </a:spcBef>
              <a:buFont typeface="Wingdings" panose="05000000000000000000" pitchFamily="2" charset="2"/>
              <a:buNone/>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（2）Junit单元测试类</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LocalUnit</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lvl="3" eaLnBrk="1" hangingPunct="1">
              <a:lnSpc>
                <a:spcPct val="150000"/>
              </a:lnSpc>
              <a:spcBef>
                <a:spcPct val="20000"/>
              </a:spcBef>
              <a:buFont typeface="Wingdings" panose="05000000000000000000" pitchFamily="2" charset="2"/>
              <a:buChar char="Ø"/>
            </a:pPr>
            <a:r>
              <a:rPr altLang="zh-CN" sz="1600">
                <a:latin typeface="微软雅黑" panose="020B0503020204020204" pitchFamily="34" charset="-122"/>
                <a:ea typeface="微软雅黑" panose="020B0503020204020204" pitchFamily="34" charset="-122"/>
                <a:cs typeface="微软雅黑" panose="020B0503020204020204" pitchFamily="34" charset="-122"/>
              </a:rPr>
              <a:t>import { describe, beforeAll, beforeEach, afterEach, afterAll, it, expect } from '@ohos/hypium';</a:t>
            </a:r>
            <a:endParaRPr altLang="zh-CN" sz="16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977890" y="1125220"/>
            <a:ext cx="6019165" cy="4029075"/>
          </a:xfrm>
          <a:prstGeom prst="rect">
            <a:avLst/>
          </a:prstGeom>
        </p:spPr>
      </p:pic>
      <p:pic>
        <p:nvPicPr>
          <p:cNvPr id="3" name="图片 2"/>
          <p:cNvPicPr>
            <a:picLocks noChangeAspect="1"/>
          </p:cNvPicPr>
          <p:nvPr/>
        </p:nvPicPr>
        <p:blipFill>
          <a:blip r:embed="rId2"/>
          <a:stretch>
            <a:fillRect/>
          </a:stretch>
        </p:blipFill>
        <p:spPr>
          <a:xfrm>
            <a:off x="262255" y="1125220"/>
            <a:ext cx="5587365" cy="40633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内容占位符 2"/>
          <p:cNvSpPr txBox="1"/>
          <p:nvPr/>
        </p:nvSpPr>
        <p:spPr bwMode="auto">
          <a:xfrm>
            <a:off x="1774508" y="1370330"/>
            <a:ext cx="79756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marL="457200" lvl="1" indent="0" eaLnBrk="1" hangingPunct="1">
              <a:lnSpc>
                <a:spcPct val="150000"/>
              </a:lnSpc>
              <a:spcBef>
                <a:spcPct val="20000"/>
              </a:spcBef>
              <a:buFont typeface="Arial" panose="020B0604020202020204" pitchFamily="34" charset="0"/>
              <a:buNone/>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1926" name="TextBox 16"/>
          <p:cNvSpPr txBox="1">
            <a:spLocks noChangeArrowheads="1"/>
          </p:cNvSpPr>
          <p:nvPr/>
        </p:nvSpPr>
        <p:spPr bwMode="auto">
          <a:xfrm>
            <a:off x="1918335" y="1413510"/>
            <a:ext cx="8562340" cy="5196840"/>
          </a:xfrm>
          <a:prstGeom prst="rect">
            <a:avLst/>
          </a:prstGeom>
          <a:solidFill>
            <a:schemeClr val="bg1">
              <a:lumMod val="95000"/>
            </a:schemeClr>
          </a:solidFill>
          <a:ln>
            <a:noFill/>
          </a:ln>
          <a:extLst>
            <a:ext uri="{91240B29-F687-4F45-9708-019B960494DF}">
              <a14:hiddenLine xmlns:a14="http://schemas.microsoft.com/office/drawing/2010/main" w="28575">
                <a:solidFill>
                  <a:srgbClr val="000000"/>
                </a:solidFill>
                <a:round/>
              </a14:hiddenLine>
            </a:ext>
          </a:extLst>
        </p:spPr>
        <p:txBody>
          <a:bodyPr/>
          <a:lstStyle>
            <a:lvl1pPr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eaLnBrk="1" hangingPunct="1">
              <a:lnSpc>
                <a:spcPct val="150000"/>
              </a:lnSpc>
            </a:pPr>
            <a:r>
              <a:rPr lang="en-US" altLang="zh-CN">
                <a:cs typeface="Times New Roman" panose="02020603050405020304" charset="0"/>
              </a:rPr>
              <a:t> it('assertContain', 0, () =&gt; {</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hilog.info(0x0000, 'testTag', '%{public}s', 'it begin');</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let a = 'abc';</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let b = 'b';</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 Defines a variety of assertion methods, which are used to declare expected boolean conditions.</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expect(a).assertContain(b);</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expect(a).assertEqual(a);</a:t>
            </a:r>
            <a:endParaRPr lang="en-US" altLang="zh-CN">
              <a:cs typeface="Times New Roman" panose="02020603050405020304" charset="0"/>
            </a:endParaRPr>
          </a:p>
          <a:p>
            <a:pPr eaLnBrk="1" hangingPunct="1">
              <a:lnSpc>
                <a:spcPct val="150000"/>
              </a:lnSpc>
            </a:pPr>
            <a:r>
              <a:rPr lang="en-US" altLang="zh-CN">
                <a:cs typeface="Times New Roman" panose="02020603050405020304" charset="0"/>
              </a:rPr>
              <a:t>    })</a:t>
            </a:r>
            <a:endParaRPr lang="en-US" altLang="zh-CN">
              <a:cs typeface="Times New Roman" panose="02020603050405020304" charset="0"/>
            </a:endParaRPr>
          </a:p>
        </p:txBody>
      </p:sp>
      <p:sp>
        <p:nvSpPr>
          <p:cNvPr id="82951" name="矩形 17"/>
          <p:cNvSpPr>
            <a:spLocks noChangeArrowheads="1"/>
          </p:cNvSpPr>
          <p:nvPr/>
        </p:nvSpPr>
        <p:spPr bwMode="auto">
          <a:xfrm>
            <a:off x="2423160" y="3129915"/>
            <a:ext cx="1471930" cy="533400"/>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anchor="ctr">
            <a:noAutofit/>
          </a:bodyPr>
          <a:lstStyle/>
          <a:p>
            <a:pPr algn="ctr"/>
            <a:endParaRPr lang="zh-CN" altLang="en-US">
              <a:ea typeface="宋体" panose="02010600030101010101" pitchFamily="2" charset="-122"/>
            </a:endParaRPr>
          </a:p>
        </p:txBody>
      </p:sp>
      <p:cxnSp>
        <p:nvCxnSpPr>
          <p:cNvPr id="82952" name="直接箭头连接符 18"/>
          <p:cNvCxnSpPr>
            <a:cxnSpLocks noChangeShapeType="1"/>
          </p:cNvCxnSpPr>
          <p:nvPr/>
        </p:nvCxnSpPr>
        <p:spPr bwMode="auto">
          <a:xfrm>
            <a:off x="4011613" y="3357880"/>
            <a:ext cx="466725" cy="0"/>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圆角矩形 20"/>
          <p:cNvSpPr/>
          <p:nvPr/>
        </p:nvSpPr>
        <p:spPr>
          <a:xfrm>
            <a:off x="6221730" y="5229408"/>
            <a:ext cx="4151630" cy="510175"/>
          </a:xfrm>
          <a:prstGeom prst="roundRect">
            <a:avLst/>
          </a:prstGeom>
          <a:solidFill>
            <a:srgbClr val="0075CC">
              <a:alpha val="97000"/>
            </a:srgbClr>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zh-CN" altLang="en-US" b="1" dirty="0">
                <a:solidFill>
                  <a:schemeClr val="bg1"/>
                </a:solidFill>
                <a:latin typeface="Times New Roman" panose="02020603050405020304" charset="0"/>
                <a:ea typeface="宋体" panose="02010600030101010101" pitchFamily="2" charset="-122"/>
                <a:cs typeface="Times New Roman" panose="02020603050405020304" charset="0"/>
              </a:rPr>
              <a:t>断言，期望两个参数值相等</a:t>
            </a:r>
            <a:endParaRPr lang="zh-CN" altLang="en-US" b="1" dirty="0">
              <a:solidFill>
                <a:schemeClr val="bg1"/>
              </a:solidFill>
              <a:latin typeface="Times New Roman" panose="02020603050405020304" charset="0"/>
              <a:ea typeface="宋体" panose="02010600030101010101" pitchFamily="2" charset="-122"/>
              <a:cs typeface="Times New Roman" panose="02020603050405020304" charset="0"/>
            </a:endParaRPr>
          </a:p>
        </p:txBody>
      </p:sp>
      <p:cxnSp>
        <p:nvCxnSpPr>
          <p:cNvPr id="82954" name="直接箭头连接符 22"/>
          <p:cNvCxnSpPr>
            <a:cxnSpLocks noChangeShapeType="1"/>
          </p:cNvCxnSpPr>
          <p:nvPr/>
        </p:nvCxnSpPr>
        <p:spPr bwMode="auto">
          <a:xfrm flipV="1">
            <a:off x="4078288" y="2853373"/>
            <a:ext cx="466725" cy="0"/>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圆角矩形 23"/>
          <p:cNvSpPr/>
          <p:nvPr/>
        </p:nvSpPr>
        <p:spPr>
          <a:xfrm>
            <a:off x="4597400" y="2595237"/>
            <a:ext cx="2222500" cy="445152"/>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en-US" altLang="zh-CN" sz="2000" dirty="0">
                <a:solidFill>
                  <a:schemeClr val="bg1"/>
                </a:solidFill>
                <a:latin typeface="微软雅黑" panose="020B0503020204020204" pitchFamily="34" charset="-122"/>
                <a:ea typeface="微软雅黑" panose="020B0503020204020204" pitchFamily="34" charset="-122"/>
                <a:cs typeface="Times New Roman" panose="02020603050405020304" charset="0"/>
              </a:rPr>
              <a:t>a</a:t>
            </a:r>
            <a:r>
              <a:rPr lang="zh-CN" altLang="en-US" sz="2000" dirty="0">
                <a:solidFill>
                  <a:schemeClr val="bg1"/>
                </a:solidFill>
                <a:latin typeface="微软雅黑" panose="020B0503020204020204" pitchFamily="34" charset="-122"/>
                <a:ea typeface="微软雅黑" panose="020B0503020204020204" pitchFamily="34" charset="-122"/>
                <a:cs typeface="Times New Roman" panose="02020603050405020304" charset="0"/>
              </a:rPr>
              <a:t>变量赋值</a:t>
            </a:r>
            <a:endParaRPr lang="zh-CN" altLang="en-US" sz="2000" dirty="0">
              <a:solidFill>
                <a:schemeClr val="bg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2957" name="矩形 13"/>
          <p:cNvSpPr>
            <a:spLocks noChangeArrowheads="1"/>
          </p:cNvSpPr>
          <p:nvPr/>
        </p:nvSpPr>
        <p:spPr bwMode="auto">
          <a:xfrm>
            <a:off x="2429510" y="2613660"/>
            <a:ext cx="1597025" cy="46037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ea typeface="宋体" panose="02010600030101010101" pitchFamily="2" charset="-122"/>
            </a:endParaRPr>
          </a:p>
        </p:txBody>
      </p:sp>
      <p:sp>
        <p:nvSpPr>
          <p:cNvPr id="82958" name="矩形 14"/>
          <p:cNvSpPr>
            <a:spLocks noChangeArrowheads="1"/>
          </p:cNvSpPr>
          <p:nvPr/>
        </p:nvSpPr>
        <p:spPr bwMode="auto">
          <a:xfrm>
            <a:off x="2278380" y="5301615"/>
            <a:ext cx="3446145" cy="46037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ea typeface="宋体" panose="02010600030101010101" pitchFamily="2" charset="-122"/>
            </a:endParaRPr>
          </a:p>
        </p:txBody>
      </p:sp>
      <p:sp>
        <p:nvSpPr>
          <p:cNvPr id="16" name="圆角矩形 15"/>
          <p:cNvSpPr/>
          <p:nvPr/>
        </p:nvSpPr>
        <p:spPr>
          <a:xfrm>
            <a:off x="4596130" y="3177557"/>
            <a:ext cx="1432560" cy="441926"/>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en-US" altLang="zh-CN" sz="2000" dirty="0">
                <a:solidFill>
                  <a:schemeClr val="bg1"/>
                </a:solidFill>
                <a:latin typeface="微软雅黑" panose="020B0503020204020204" pitchFamily="34" charset="-122"/>
                <a:ea typeface="微软雅黑" panose="020B0503020204020204" pitchFamily="34" charset="-122"/>
                <a:cs typeface="Times New Roman" panose="02020603050405020304" charset="0"/>
              </a:rPr>
              <a:t>b</a:t>
            </a:r>
            <a:r>
              <a:rPr lang="zh-CN" altLang="en-US" sz="2000"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变量赋值</a:t>
            </a:r>
            <a:endParaRPr lang="zh-CN" altLang="en-US" sz="2000" dirty="0">
              <a:solidFill>
                <a:schemeClr val="bg1"/>
              </a:solidFill>
              <a:latin typeface="微软雅黑" panose="020B0503020204020204" pitchFamily="34" charset="-122"/>
              <a:ea typeface="微软雅黑" panose="020B0503020204020204" pitchFamily="34" charset="-122"/>
              <a:cs typeface="Times New Roman" panose="02020603050405020304" charset="0"/>
            </a:endParaRPr>
          </a:p>
        </p:txBody>
      </p:sp>
      <p:cxnSp>
        <p:nvCxnSpPr>
          <p:cNvPr id="82960" name="直接箭头连接符 24"/>
          <p:cNvCxnSpPr>
            <a:cxnSpLocks noChangeShapeType="1"/>
          </p:cNvCxnSpPr>
          <p:nvPr/>
        </p:nvCxnSpPr>
        <p:spPr bwMode="auto">
          <a:xfrm>
            <a:off x="5794375" y="5517833"/>
            <a:ext cx="309880" cy="635"/>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单元测试</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原创设计师QQ598969553          _3"/>
          <p:cNvSpPr/>
          <p:nvPr/>
        </p:nvSpPr>
        <p:spPr>
          <a:xfrm>
            <a:off x="1355725" y="1102360"/>
            <a:ext cx="9707880" cy="559752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7" name="原创设计师QQ598969553          _6"/>
          <p:cNvSpPr/>
          <p:nvPr/>
        </p:nvSpPr>
        <p:spPr>
          <a:xfrm>
            <a:off x="2061210" y="821690"/>
            <a:ext cx="2637155" cy="51943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单元测试</a:t>
            </a:r>
            <a:endParaRPr lang="zh-CN" altLang="en-US" sz="200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57"/>
                                        </p:tgtEl>
                                        <p:attrNameLst>
                                          <p:attrName>style.visibility</p:attrName>
                                        </p:attrNameLst>
                                      </p:cBhvr>
                                      <p:to>
                                        <p:strVal val="visible"/>
                                      </p:to>
                                    </p:set>
                                    <p:animEffect transition="in" filter="wipe(left)">
                                      <p:cBhvr>
                                        <p:cTn id="7" dur="500"/>
                                        <p:tgtEl>
                                          <p:spTgt spid="8295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2954"/>
                                        </p:tgtEl>
                                        <p:attrNameLst>
                                          <p:attrName>style.visibility</p:attrName>
                                        </p:attrNameLst>
                                      </p:cBhvr>
                                      <p:to>
                                        <p:strVal val="visible"/>
                                      </p:to>
                                    </p:set>
                                    <p:animEffect transition="in" filter="wipe(left)">
                                      <p:cBhvr>
                                        <p:cTn id="11" dur="500"/>
                                        <p:tgtEl>
                                          <p:spTgt spid="8295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2951"/>
                                        </p:tgtEl>
                                        <p:attrNameLst>
                                          <p:attrName>style.visibility</p:attrName>
                                        </p:attrNameLst>
                                      </p:cBhvr>
                                      <p:to>
                                        <p:strVal val="visible"/>
                                      </p:to>
                                    </p:set>
                                    <p:animEffect transition="in" filter="wipe(left)">
                                      <p:cBhvr>
                                        <p:cTn id="20" dur="500"/>
                                        <p:tgtEl>
                                          <p:spTgt spid="82951"/>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82952"/>
                                        </p:tgtEl>
                                        <p:attrNameLst>
                                          <p:attrName>style.visibility</p:attrName>
                                        </p:attrNameLst>
                                      </p:cBhvr>
                                      <p:to>
                                        <p:strVal val="visible"/>
                                      </p:to>
                                    </p:set>
                                    <p:animEffect transition="in" filter="wipe(left)">
                                      <p:cBhvr>
                                        <p:cTn id="24" dur="500"/>
                                        <p:tgtEl>
                                          <p:spTgt spid="82952"/>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2958"/>
                                        </p:tgtEl>
                                        <p:attrNameLst>
                                          <p:attrName>style.visibility</p:attrName>
                                        </p:attrNameLst>
                                      </p:cBhvr>
                                      <p:to>
                                        <p:strVal val="visible"/>
                                      </p:to>
                                    </p:set>
                                    <p:animEffect transition="in" filter="wipe(up)">
                                      <p:cBhvr>
                                        <p:cTn id="33" dur="500"/>
                                        <p:tgtEl>
                                          <p:spTgt spid="8295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82960"/>
                                        </p:tgtEl>
                                        <p:attrNameLst>
                                          <p:attrName>style.visibility</p:attrName>
                                        </p:attrNameLst>
                                      </p:cBhvr>
                                      <p:to>
                                        <p:strVal val="visible"/>
                                      </p:to>
                                    </p:set>
                                    <p:animEffect transition="in" filter="wipe(up)">
                                      <p:cBhvr>
                                        <p:cTn id="37" dur="500"/>
                                        <p:tgtEl>
                                          <p:spTgt spid="82960"/>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up)">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1" grpId="0" bldLvl="0" animBg="1"/>
      <p:bldP spid="21" grpId="0" bldLvl="0" animBg="1"/>
      <p:bldP spid="24" grpId="0" bldLvl="0" animBg="1"/>
      <p:bldP spid="82957" grpId="0" bldLvl="0" animBg="1"/>
      <p:bldP spid="82958" grpId="0" bldLvl="0" animBg="1"/>
      <p:bldP spid="16" grpId="0" bldLvl="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原创设计师QQ598969553          _3"/>
          <p:cNvSpPr/>
          <p:nvPr/>
        </p:nvSpPr>
        <p:spPr>
          <a:xfrm>
            <a:off x="1763395" y="2887980"/>
            <a:ext cx="8810625" cy="350075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原创设计师QQ598969553          _6"/>
          <p:cNvSpPr/>
          <p:nvPr/>
        </p:nvSpPr>
        <p:spPr>
          <a:xfrm>
            <a:off x="3340100" y="2654300"/>
            <a:ext cx="213995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4" name="原创设计师QQ598969553          _7"/>
          <p:cNvSpPr txBox="1"/>
          <p:nvPr/>
        </p:nvSpPr>
        <p:spPr>
          <a:xfrm>
            <a:off x="3499485" y="2703830"/>
            <a:ext cx="1803400" cy="368300"/>
          </a:xfrm>
          <a:prstGeom prst="rect">
            <a:avLst/>
          </a:prstGeom>
          <a:noFill/>
        </p:spPr>
        <p:txBody>
          <a:bodyPr wrap="square" rtlCol="0">
            <a:spAutoFit/>
          </a:bodyPr>
          <a:lstStyle/>
          <a:p>
            <a:pPr lvl="0" algn="ctr" defTabSz="1216660">
              <a:spcBef>
                <a:spcPct val="20000"/>
              </a:spcBef>
              <a:defRPr/>
            </a:pPr>
            <a:r>
              <a:rPr lang="zh-CN" sz="1800" b="1" dirty="0">
                <a:solidFill>
                  <a:schemeClr val="bg1"/>
                </a:solidFill>
                <a:latin typeface="微软雅黑" panose="020B0503020204020204" pitchFamily="34" charset="-122"/>
                <a:ea typeface="微软雅黑" panose="020B0503020204020204" pitchFamily="34" charset="-122"/>
                <a:cs typeface="+mn-ea"/>
                <a:sym typeface="+mn-lt"/>
              </a:rPr>
              <a:t>测试结果正常</a:t>
            </a:r>
            <a:endParaRPr lang="zh-CN" sz="18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单元测试</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内容占位符 2"/>
          <p:cNvSpPr txBox="1"/>
          <p:nvPr/>
        </p:nvSpPr>
        <p:spPr bwMode="auto">
          <a:xfrm>
            <a:off x="1342390" y="1065530"/>
            <a:ext cx="10293350" cy="158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marL="457200" lvl="1" indent="0" eaLnBrk="1" hangingPunct="1">
              <a:lnSpc>
                <a:spcPct val="150000"/>
              </a:lnSpc>
              <a:spcBef>
                <a:spcPct val="20000"/>
              </a:spcBef>
              <a:buFont typeface="Arial" panose="020B0604020202020204" pitchFamily="34" charset="0"/>
              <a:buNone/>
            </a:pPr>
            <a:r>
              <a:rPr altLang="zh-CN" sz="2000">
                <a:latin typeface="微软雅黑" panose="020B0503020204020204" pitchFamily="34" charset="-122"/>
                <a:ea typeface="微软雅黑" panose="020B0503020204020204" pitchFamily="34" charset="-122"/>
                <a:cs typeface="微软雅黑" panose="020B0503020204020204" pitchFamily="34" charset="-122"/>
              </a:rPr>
              <a:t>在</a:t>
            </a:r>
            <a:r>
              <a:rPr lang="zh-CN" sz="2000">
                <a:latin typeface="微软雅黑" panose="020B0503020204020204" pitchFamily="34" charset="-122"/>
                <a:ea typeface="微软雅黑" panose="020B0503020204020204" pitchFamily="34" charset="-122"/>
                <a:cs typeface="微软雅黑" panose="020B0503020204020204" pitchFamily="34" charset="-122"/>
              </a:rPr>
              <a:t>上一页代码中的</a:t>
            </a:r>
            <a:r>
              <a:rPr altLang="zh-CN" sz="2000">
                <a:latin typeface="微软雅黑" panose="020B0503020204020204" pitchFamily="34" charset="-122"/>
                <a:ea typeface="微软雅黑" panose="020B0503020204020204" pitchFamily="34" charset="-122"/>
                <a:cs typeface="微软雅黑" panose="020B0503020204020204" pitchFamily="34" charset="-122"/>
              </a:rPr>
              <a:t>方法assertContain()上</a:t>
            </a:r>
            <a:r>
              <a:rPr lang="zh-CN" sz="2000">
                <a:latin typeface="微软雅黑" panose="020B0503020204020204" pitchFamily="34" charset="-122"/>
                <a:ea typeface="微软雅黑" panose="020B0503020204020204" pitchFamily="34" charset="-122"/>
                <a:cs typeface="微软雅黑" panose="020B0503020204020204" pitchFamily="34" charset="-122"/>
              </a:rPr>
              <a:t>右击</a:t>
            </a:r>
            <a:r>
              <a:rPr altLang="zh-CN" sz="2000">
                <a:latin typeface="微软雅黑" panose="020B0503020204020204" pitchFamily="34" charset="-122"/>
                <a:ea typeface="微软雅黑" panose="020B0503020204020204" pitchFamily="34" charset="-122"/>
                <a:cs typeface="微软雅黑" panose="020B0503020204020204" pitchFamily="34" charset="-122"/>
              </a:rPr>
              <a:t>，在弹出框中选择【Run assertContain()】。将程序运行到模拟器后，在OpenHarmony底部导航栏中单击“ </a:t>
            </a:r>
            <a:r>
              <a:rPr lang="en-US" sz="2000">
                <a:latin typeface="微软雅黑" panose="020B0503020204020204" pitchFamily="34" charset="-122"/>
                <a:ea typeface="微软雅黑" panose="020B0503020204020204" pitchFamily="34" charset="-122"/>
                <a:cs typeface="微软雅黑" panose="020B0503020204020204" pitchFamily="34" charset="-122"/>
              </a:rPr>
              <a:t>        </a:t>
            </a:r>
            <a:r>
              <a:rPr altLang="zh-CN" sz="2000">
                <a:latin typeface="微软雅黑" panose="020B0503020204020204" pitchFamily="34" charset="-122"/>
                <a:ea typeface="微软雅黑" panose="020B0503020204020204" pitchFamily="34" charset="-122"/>
                <a:cs typeface="微软雅黑" panose="020B0503020204020204" pitchFamily="34" charset="-122"/>
              </a:rPr>
              <a:t>”图标查看</a:t>
            </a:r>
            <a:r>
              <a:rPr altLang="zh-CN" sz="200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运行成功的结果</a:t>
            </a:r>
            <a:r>
              <a:rPr lang="zh-CN" altLang="zh-CN" sz="20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descr="22"/>
          <p:cNvPicPr>
            <a:picLocks noChangeAspect="1"/>
          </p:cNvPicPr>
          <p:nvPr/>
        </p:nvPicPr>
        <p:blipFill>
          <a:blip r:embed="rId1"/>
          <a:stretch>
            <a:fillRect/>
          </a:stretch>
        </p:blipFill>
        <p:spPr>
          <a:xfrm>
            <a:off x="2134870" y="2277745"/>
            <a:ext cx="676275" cy="228600"/>
          </a:xfrm>
          <a:prstGeom prst="rect">
            <a:avLst/>
          </a:prstGeom>
        </p:spPr>
      </p:pic>
      <p:pic>
        <p:nvPicPr>
          <p:cNvPr id="2" name="图片 1"/>
          <p:cNvPicPr>
            <a:picLocks noChangeAspect="1"/>
          </p:cNvPicPr>
          <p:nvPr/>
        </p:nvPicPr>
        <p:blipFill>
          <a:blip r:embed="rId2"/>
          <a:stretch>
            <a:fillRect/>
          </a:stretch>
        </p:blipFill>
        <p:spPr>
          <a:xfrm>
            <a:off x="2350770" y="3286760"/>
            <a:ext cx="7553325" cy="28670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02435" y="909320"/>
            <a:ext cx="8013065" cy="5857240"/>
          </a:xfrm>
          <a:prstGeom prst="rect">
            <a:avLst/>
          </a:prstGeom>
        </p:spPr>
      </p:pic>
      <p:sp>
        <p:nvSpPr>
          <p:cNvPr id="31" name="Title 1"/>
          <p:cNvSpPr txBox="1"/>
          <p:nvPr/>
        </p:nvSpPr>
        <p:spPr>
          <a:xfrm>
            <a:off x="1126490" y="18923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内容占位符 2"/>
          <p:cNvSpPr txBox="1"/>
          <p:nvPr/>
        </p:nvSpPr>
        <p:spPr bwMode="auto">
          <a:xfrm>
            <a:off x="982345" y="988060"/>
            <a:ext cx="10113645" cy="1363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marL="457200" lvl="1" indent="0">
              <a:lnSpc>
                <a:spcPct val="150000"/>
              </a:lnSpc>
              <a:spcBef>
                <a:spcPct val="20000"/>
              </a:spcBef>
              <a:buFontTx/>
              <a:buNone/>
            </a:pPr>
            <a:r>
              <a:rPr sz="2000">
                <a:latin typeface="微软雅黑" panose="020B0503020204020204" pitchFamily="34" charset="-122"/>
                <a:ea typeface="微软雅黑" panose="020B0503020204020204" pitchFamily="34" charset="-122"/>
                <a:cs typeface="微软雅黑" panose="020B0503020204020204" pitchFamily="34" charset="-122"/>
              </a:rPr>
              <a:t>HiLog是系统提供的一个日志系统，它允许应用和服务按照指定的级别、标识和格式字符串输出日志内容，帮助开发者了解应用的运行状态，更好地调试程序。</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nSpc>
                <a:spcPct val="150000"/>
              </a:lnSpc>
              <a:spcBef>
                <a:spcPct val="20000"/>
              </a:spcBef>
              <a:buFontTx/>
              <a:buNone/>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输出的日志内容</a:t>
            </a:r>
            <a:r>
              <a:rPr lang="zh-CN" altLang="en-US"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分为</a:t>
            </a:r>
            <a:r>
              <a:rPr lang="zh-CN" altLang="en-US"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rPr>
              <a:t>五个级别</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2854325" y="2637790"/>
          <a:ext cx="5869940" cy="3487420"/>
        </p:xfrm>
        <a:graphic>
          <a:graphicData uri="http://schemas.openxmlformats.org/drawingml/2006/table">
            <a:tbl>
              <a:tblPr firstRow="1" bandRow="1">
                <a:tableStyleId>{5C22544A-7EE6-4342-B048-85BDC9FD1C3A}</a:tableStyleId>
              </a:tblPr>
              <a:tblGrid>
                <a:gridCol w="1993265"/>
                <a:gridCol w="3876675"/>
              </a:tblGrid>
              <a:tr h="495935">
                <a:tc>
                  <a:txBody>
                    <a:bodyPr/>
                    <a:lstStyle/>
                    <a:p>
                      <a:pPr algn="ctr">
                        <a:lnSpc>
                          <a:spcPct val="120000"/>
                        </a:lnSpc>
                      </a:pPr>
                      <a:r>
                        <a:rPr lang="zh-CN" altLang="en-US" sz="1800" dirty="0">
                          <a:latin typeface="微软雅黑" panose="020B0503020204020204" pitchFamily="34" charset="-122"/>
                          <a:ea typeface="微软雅黑" panose="020B0503020204020204" pitchFamily="34" charset="-122"/>
                          <a:cs typeface="Times New Roman" panose="02020603050405020304" charset="0"/>
                        </a:rPr>
                        <a:t>级别</a:t>
                      </a:r>
                      <a:endParaRPr lang="zh-CN" altLang="en-US" sz="1800" dirty="0">
                        <a:latin typeface="微软雅黑" panose="020B0503020204020204" pitchFamily="34" charset="-122"/>
                        <a:ea typeface="微软雅黑" panose="020B0503020204020204" pitchFamily="34" charset="-122"/>
                        <a:cs typeface="Times New Roman" panose="02020603050405020304" charset="0"/>
                      </a:endParaRPr>
                    </a:p>
                  </a:txBody>
                  <a:tcPr marL="91422" marR="91422" marT="45714" marB="45714">
                    <a:solidFill>
                      <a:srgbClr val="0075CC"/>
                    </a:solidFill>
                  </a:tcPr>
                </a:tc>
                <a:tc>
                  <a:txBody>
                    <a:bodyPr/>
                    <a:lstStyle/>
                    <a:p>
                      <a:pPr algn="ctr">
                        <a:lnSpc>
                          <a:spcPct val="120000"/>
                        </a:lnSpc>
                      </a:pPr>
                      <a:r>
                        <a:rPr lang="zh-CN" altLang="en-US" sz="1800" b="1" kern="1200" dirty="0">
                          <a:solidFill>
                            <a:schemeClr val="lt1"/>
                          </a:solidFill>
                          <a:effectLst/>
                          <a:latin typeface="微软雅黑" panose="020B0503020204020204" pitchFamily="34" charset="-122"/>
                          <a:ea typeface="微软雅黑" panose="020B0503020204020204" pitchFamily="34" charset="-122"/>
                          <a:cs typeface="微软雅黑" panose="020B0503020204020204" pitchFamily="34" charset="-122"/>
                        </a:rPr>
                        <a:t>说明</a:t>
                      </a:r>
                      <a:endParaRPr lang="zh-CN" altLang="en-US" sz="1800" b="1" kern="1200" dirty="0">
                        <a:solidFill>
                          <a:schemeClr val="lt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1422" marR="91422" marT="45714" marB="45714">
                    <a:solidFill>
                      <a:srgbClr val="0075CC"/>
                    </a:solidFill>
                  </a:tcPr>
                </a:tc>
              </a:tr>
              <a:tr h="43116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Debug</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输出DEBUG级别日志，仅用于应用/服务调试。</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r>
              <a:tr h="43116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Info</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输出INFO级别日志，表示普通的信息。</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r>
              <a:tr h="43116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Warn</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输出WARN级别日志，表示存在警告。</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r>
              <a:tr h="43116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Error</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输出ERROR级别日志，表示存在错误。</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r>
              <a:tr h="43116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Fatal</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输出FATAL级别日志，表示出现致命错误、不可恢复错误。</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r>
            </a:tbl>
          </a:graphicData>
        </a:graphic>
      </p:graphicFrame>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70" name="TextBox 13"/>
          <p:cNvSpPr txBox="1">
            <a:spLocks noChangeArrowheads="1"/>
          </p:cNvSpPr>
          <p:nvPr/>
        </p:nvSpPr>
        <p:spPr bwMode="auto">
          <a:xfrm>
            <a:off x="2410460" y="1919605"/>
            <a:ext cx="8457565" cy="3101975"/>
          </a:xfrm>
          <a:prstGeom prst="rect">
            <a:avLst/>
          </a:prstGeom>
          <a:solidFill>
            <a:schemeClr val="bg1">
              <a:lumMod val="95000"/>
            </a:schemeClr>
          </a:solidFill>
          <a:ln>
            <a:noFill/>
          </a:ln>
          <a:extLst>
            <a:ext uri="{91240B29-F687-4F45-9708-019B960494DF}">
              <a14:hiddenLine xmlns:a14="http://schemas.microsoft.com/office/drawing/2010/main" w="28575">
                <a:solidFill>
                  <a:srgbClr val="000000"/>
                </a:solidFill>
                <a:round/>
              </a14:hiddenLine>
            </a:ext>
          </a:extLst>
        </p:spPr>
        <p:txBody>
          <a:bodyPr/>
          <a:lstStyle>
            <a:lvl1pPr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eaLnBrk="1" hangingPunct="1">
              <a:lnSpc>
                <a:spcPct val="150000"/>
              </a:lnSpc>
            </a:pPr>
            <a:r>
              <a:rPr lang="en-US" altLang="zh-CN" dirty="0">
                <a:latin typeface="Times New Roman" panose="02020603050405020304" charset="0"/>
                <a:cs typeface="Times New Roman" panose="02020603050405020304" charset="0"/>
              </a:rPr>
              <a:t>     // 打印INFO级别的日志</a:t>
            </a:r>
            <a:endParaRPr lang="en-US" altLang="zh-CN" dirty="0">
              <a:latin typeface="Times New Roman" panose="02020603050405020304" charset="0"/>
              <a:cs typeface="Times New Roman" panose="02020603050405020304" charset="0"/>
            </a:endParaRPr>
          </a:p>
          <a:p>
            <a:pPr eaLnBrk="1" hangingPunct="1">
              <a:lnSpc>
                <a:spcPct val="150000"/>
              </a:lnSpc>
            </a:pPr>
            <a:r>
              <a:rPr lang="zh-CN" altLang="zh-CN" sz="2000" dirty="0">
                <a:latin typeface="微软雅黑" panose="020B0503020204020204" pitchFamily="34" charset="-122"/>
                <a:ea typeface="微软雅黑" panose="020B0503020204020204" pitchFamily="34" charset="-122"/>
                <a:cs typeface="Times New Roman" panose="02020603050405020304" charset="0"/>
              </a:rPr>
              <a:t>hilog.info(0xFF00, "LogExample", "This is an info log message.");</a:t>
            </a:r>
            <a:endParaRPr lang="zh-CN" altLang="zh-CN" sz="2000" dirty="0">
              <a:latin typeface="微软雅黑" panose="020B0503020204020204" pitchFamily="34" charset="-122"/>
              <a:ea typeface="微软雅黑" panose="020B0503020204020204" pitchFamily="34" charset="-122"/>
              <a:cs typeface="Times New Roman" panose="02020603050405020304" charset="0"/>
            </a:endParaRPr>
          </a:p>
          <a:p>
            <a:pPr eaLnBrk="1" hangingPunct="1">
              <a:lnSpc>
                <a:spcPct val="150000"/>
              </a:lnSpc>
            </a:pPr>
            <a:r>
              <a:rPr lang="zh-CN" altLang="zh-CN" sz="2000" dirty="0">
                <a:latin typeface="微软雅黑" panose="020B0503020204020204" pitchFamily="34" charset="-122"/>
                <a:ea typeface="微软雅黑" panose="020B0503020204020204" pitchFamily="34" charset="-122"/>
                <a:cs typeface="Times New Roman" panose="02020603050405020304" charset="0"/>
              </a:rPr>
              <a:t>}</a:t>
            </a:r>
            <a:endParaRPr lang="zh-CN" altLang="zh-CN" sz="2000" dirty="0">
              <a:latin typeface="微软雅黑" panose="020B0503020204020204" pitchFamily="34" charset="-122"/>
              <a:ea typeface="微软雅黑" panose="020B0503020204020204" pitchFamily="34" charset="-122"/>
              <a:cs typeface="Times New Roman" panose="02020603050405020304" charset="0"/>
            </a:endParaRPr>
          </a:p>
        </p:txBody>
      </p:sp>
      <p:sp>
        <p:nvSpPr>
          <p:cNvPr id="15" name="矩形 14"/>
          <p:cNvSpPr>
            <a:spLocks noChangeArrowheads="1"/>
          </p:cNvSpPr>
          <p:nvPr/>
        </p:nvSpPr>
        <p:spPr bwMode="auto">
          <a:xfrm>
            <a:off x="3170555" y="2565400"/>
            <a:ext cx="490855" cy="46037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ea typeface="宋体" panose="02010600030101010101" pitchFamily="2" charset="-122"/>
            </a:endParaRPr>
          </a:p>
        </p:txBody>
      </p:sp>
      <p:cxnSp>
        <p:nvCxnSpPr>
          <p:cNvPr id="16" name="直接箭头连接符 15"/>
          <p:cNvCxnSpPr>
            <a:cxnSpLocks noChangeShapeType="1"/>
          </p:cNvCxnSpPr>
          <p:nvPr/>
        </p:nvCxnSpPr>
        <p:spPr bwMode="auto">
          <a:xfrm flipV="1">
            <a:off x="3418523" y="3141365"/>
            <a:ext cx="0" cy="324000"/>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圆角矩形 24"/>
          <p:cNvSpPr/>
          <p:nvPr/>
        </p:nvSpPr>
        <p:spPr>
          <a:xfrm>
            <a:off x="2566670" y="3625232"/>
            <a:ext cx="2305685" cy="441926"/>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rPr>
              <a:t>打印信息的标签</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6" name="矩形 25"/>
          <p:cNvSpPr>
            <a:spLocks noChangeArrowheads="1"/>
          </p:cNvSpPr>
          <p:nvPr/>
        </p:nvSpPr>
        <p:spPr bwMode="auto">
          <a:xfrm>
            <a:off x="6527165" y="2565400"/>
            <a:ext cx="3804920" cy="46037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ea typeface="宋体" panose="02010600030101010101" pitchFamily="2" charset="-122"/>
            </a:endParaRPr>
          </a:p>
        </p:txBody>
      </p:sp>
      <p:cxnSp>
        <p:nvCxnSpPr>
          <p:cNvPr id="27" name="直接箭头连接符 26"/>
          <p:cNvCxnSpPr>
            <a:cxnSpLocks noChangeShapeType="1"/>
          </p:cNvCxnSpPr>
          <p:nvPr/>
        </p:nvCxnSpPr>
        <p:spPr bwMode="auto">
          <a:xfrm flipV="1">
            <a:off x="7319010" y="3141504"/>
            <a:ext cx="0" cy="360045"/>
          </a:xfrm>
          <a:prstGeom prst="straightConnector1">
            <a:avLst/>
          </a:prstGeom>
          <a:noFill/>
          <a:ln w="28575"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圆角矩形 27"/>
          <p:cNvSpPr/>
          <p:nvPr/>
        </p:nvSpPr>
        <p:spPr>
          <a:xfrm>
            <a:off x="6814820" y="3616974"/>
            <a:ext cx="2444115" cy="441932"/>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rPr>
              <a:t>需要打印的信息</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333375"/>
            <a:ext cx="53003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a:p>
            <a:pPr algn="l"/>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par>
                                <p:cTn id="8" presetID="22" presetClass="entr" presetSubtype="4"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down)">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5"/>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16"/>
                                        </p:tgtEl>
                                        <p:attrNameLst>
                                          <p:attrName>style.visibility</p:attrName>
                                        </p:attrNameLst>
                                      </p:cBhvr>
                                      <p:to>
                                        <p:strVal val="hidden"/>
                                      </p:to>
                                    </p:set>
                                  </p:childTnLst>
                                </p:cTn>
                              </p:par>
                              <p:par>
                                <p:cTn id="20" presetID="1" presetClass="exit" presetSubtype="0" fill="hold" grpId="1" nodeType="withEffect">
                                  <p:stCondLst>
                                    <p:cond delay="0"/>
                                  </p:stCondLst>
                                  <p:childTnLst>
                                    <p:set>
                                      <p:cBhvr>
                                        <p:cTn id="21" dur="1" fill="hold">
                                          <p:stCondLst>
                                            <p:cond delay="0"/>
                                          </p:stCondLst>
                                        </p:cTn>
                                        <p:tgtEl>
                                          <p:spTgt spid="25"/>
                                        </p:tgtEl>
                                        <p:attrNameLst>
                                          <p:attrName>style.visibility</p:attrName>
                                        </p:attrNameLst>
                                      </p:cBhvr>
                                      <p:to>
                                        <p:strVal val="hidden"/>
                                      </p:to>
                                    </p:set>
                                  </p:childTnLst>
                                </p:cTn>
                              </p:par>
                            </p:childTnLst>
                          </p:cTn>
                        </p:par>
                        <p:par>
                          <p:cTn id="22" fill="hold">
                            <p:stCondLst>
                              <p:cond delay="0"/>
                            </p:stCondLst>
                            <p:childTnLst>
                              <p:par>
                                <p:cTn id="23" presetID="22" presetClass="entr" presetSubtype="8"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left)">
                                      <p:cBhvr>
                                        <p:cTn id="25" dur="500"/>
                                        <p:tgtEl>
                                          <p:spTgt spid="26"/>
                                        </p:tgtEl>
                                      </p:cBhvr>
                                    </p:animEffect>
                                  </p:childTnLst>
                                </p:cTn>
                              </p:par>
                              <p:par>
                                <p:cTn id="26" presetID="22" presetClass="entr" presetSubtype="8"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left)">
                                      <p:cBhvr>
                                        <p:cTn id="3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5" grpId="1" bldLvl="0" animBg="1"/>
      <p:bldP spid="25" grpId="0" bldLvl="0" animBg="1"/>
      <p:bldP spid="25" grpId="1" bldLvl="0" animBg="1"/>
      <p:bldP spid="26" grpId="0" bldLvl="0" animBg="1"/>
      <p:bldP spid="28"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7045" name="内容占位符 2"/>
          <p:cNvSpPr txBox="1"/>
          <p:nvPr/>
        </p:nvSpPr>
        <p:spPr bwMode="auto">
          <a:xfrm>
            <a:off x="1630680" y="1053465"/>
            <a:ext cx="10113645" cy="72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marL="457200" lvl="1" indent="0">
              <a:lnSpc>
                <a:spcPct val="150000"/>
              </a:lnSpc>
              <a:spcBef>
                <a:spcPct val="20000"/>
              </a:spcBef>
              <a:buFontTx/>
              <a:buNone/>
            </a:pPr>
            <a:r>
              <a:rPr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运行上</a:t>
            </a:r>
            <a:r>
              <a:rPr 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一页中的</a:t>
            </a:r>
            <a:r>
              <a:rPr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程序，此时</a:t>
            </a:r>
            <a:r>
              <a:rPr sz="2000" b="1" dirty="0">
                <a:solidFill>
                  <a:srgbClr val="595959"/>
                </a:solidFill>
                <a:latin typeface="微软雅黑" panose="020B0503020204020204" pitchFamily="34" charset="-122"/>
                <a:ea typeface="微软雅黑" panose="020B0503020204020204" pitchFamily="34" charset="-122"/>
                <a:cs typeface="+mn-ea"/>
                <a:sym typeface="+mn-ea"/>
              </a:rPr>
              <a:t>HiLog</a:t>
            </a:r>
            <a:r>
              <a:rPr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窗口中打印的Log信息，如</a:t>
            </a:r>
            <a:r>
              <a:rPr 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下</a:t>
            </a:r>
            <a:r>
              <a:rPr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图所示</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22300" y="2277110"/>
            <a:ext cx="10715625" cy="2752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414145" y="3207385"/>
            <a:ext cx="6543675" cy="2724150"/>
          </a:xfrm>
          <a:prstGeom prst="rect">
            <a:avLst/>
          </a:prstGeom>
        </p:spPr>
      </p:pic>
      <p:sp>
        <p:nvSpPr>
          <p:cNvPr id="36" name="矩形 35"/>
          <p:cNvSpPr>
            <a:spLocks noChangeArrowheads="1"/>
          </p:cNvSpPr>
          <p:nvPr/>
        </p:nvSpPr>
        <p:spPr bwMode="auto">
          <a:xfrm>
            <a:off x="4294505" y="3439478"/>
            <a:ext cx="3583305" cy="46037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37" name="直接箭头连接符 36"/>
          <p:cNvCxnSpPr>
            <a:cxnSpLocks noChangeShapeType="1"/>
          </p:cNvCxnSpPr>
          <p:nvPr/>
        </p:nvCxnSpPr>
        <p:spPr bwMode="auto">
          <a:xfrm>
            <a:off x="7967028" y="3639503"/>
            <a:ext cx="373062" cy="0"/>
          </a:xfrm>
          <a:prstGeom prst="straightConnector1">
            <a:avLst/>
          </a:prstGeom>
          <a:noFill/>
          <a:ln w="19050"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圆角矩形 39"/>
          <p:cNvSpPr/>
          <p:nvPr/>
        </p:nvSpPr>
        <p:spPr bwMode="auto">
          <a:xfrm>
            <a:off x="8399145" y="3423143"/>
            <a:ext cx="1409700" cy="373665"/>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过滤器名称</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41" name="矩形 40"/>
          <p:cNvSpPr>
            <a:spLocks noChangeArrowheads="1"/>
          </p:cNvSpPr>
          <p:nvPr/>
        </p:nvSpPr>
        <p:spPr bwMode="auto">
          <a:xfrm>
            <a:off x="4366895" y="4107180"/>
            <a:ext cx="3201988" cy="28892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cxnSp>
        <p:nvCxnSpPr>
          <p:cNvPr id="42" name="直接箭头连接符 41"/>
          <p:cNvCxnSpPr>
            <a:cxnSpLocks noChangeShapeType="1"/>
          </p:cNvCxnSpPr>
          <p:nvPr/>
        </p:nvCxnSpPr>
        <p:spPr bwMode="auto">
          <a:xfrm>
            <a:off x="7750493" y="4229418"/>
            <a:ext cx="373062" cy="0"/>
          </a:xfrm>
          <a:prstGeom prst="straightConnector1">
            <a:avLst/>
          </a:prstGeom>
          <a:noFill/>
          <a:ln w="19050"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圆角矩形 42"/>
          <p:cNvSpPr/>
          <p:nvPr/>
        </p:nvSpPr>
        <p:spPr bwMode="auto">
          <a:xfrm>
            <a:off x="8183245" y="4071478"/>
            <a:ext cx="2751455" cy="373665"/>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根据定义的</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TAG</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过滤信息</a:t>
            </a:r>
            <a:endPar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矩形 43"/>
          <p:cNvSpPr>
            <a:spLocks noChangeArrowheads="1"/>
          </p:cNvSpPr>
          <p:nvPr/>
        </p:nvSpPr>
        <p:spPr bwMode="auto">
          <a:xfrm>
            <a:off x="6094730" y="5439728"/>
            <a:ext cx="930275" cy="460375"/>
          </a:xfrm>
          <a:prstGeom prst="rect">
            <a:avLst/>
          </a:prstGeom>
          <a:noFill/>
          <a:ln w="19050">
            <a:solidFill>
              <a:srgbClr val="0075CC"/>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cxnSp>
        <p:nvCxnSpPr>
          <p:cNvPr id="45" name="直接箭头连接符 44"/>
          <p:cNvCxnSpPr>
            <a:cxnSpLocks noChangeShapeType="1"/>
          </p:cNvCxnSpPr>
          <p:nvPr/>
        </p:nvCxnSpPr>
        <p:spPr bwMode="auto">
          <a:xfrm>
            <a:off x="6598603" y="5943600"/>
            <a:ext cx="0" cy="242888"/>
          </a:xfrm>
          <a:prstGeom prst="straightConnector1">
            <a:avLst/>
          </a:prstGeom>
          <a:noFill/>
          <a:ln w="19050" algn="ctr">
            <a:solidFill>
              <a:srgbClr val="0075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圆角矩形 45"/>
          <p:cNvSpPr/>
          <p:nvPr/>
        </p:nvSpPr>
        <p:spPr bwMode="auto">
          <a:xfrm>
            <a:off x="5596890" y="6251432"/>
            <a:ext cx="1703705" cy="373667"/>
          </a:xfrm>
          <a:prstGeom prst="roundRect">
            <a:avLst/>
          </a:prstGeom>
          <a:solidFill>
            <a:srgbClr val="0075CC"/>
          </a:solidFill>
          <a:ln>
            <a:solidFill>
              <a:srgbClr val="0075CC"/>
            </a:solidFill>
          </a:ln>
          <a:effectLst>
            <a:outerShdw blurRad="50800" dist="38100" dir="2700000" algn="tl" rotWithShape="0">
              <a:prstClr val="black">
                <a:alpha val="40000"/>
              </a:prstClr>
            </a:outerShdw>
          </a:effectLst>
        </p:spPr>
        <p:txBody>
          <a:bodyPr wrap="square" anchor="ctr">
            <a:spAutoFit/>
          </a:bodyP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点击创建完成</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2"/>
          <a:stretch>
            <a:fillRect/>
          </a:stretch>
        </p:blipFill>
        <p:spPr>
          <a:xfrm>
            <a:off x="1485900" y="1014095"/>
            <a:ext cx="7124700" cy="19526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22" presetClass="entr" presetSubtype="8"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left)">
                                      <p:cBhvr>
                                        <p:cTn id="13" dur="5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wipe(left)">
                                      <p:cBhvr>
                                        <p:cTn id="18" dur="500"/>
                                        <p:tgtEl>
                                          <p:spTgt spid="41"/>
                                        </p:tgtEl>
                                      </p:cBhvr>
                                    </p:animEffect>
                                  </p:childTnLst>
                                </p:cTn>
                              </p:par>
                              <p:par>
                                <p:cTn id="19" presetID="22" presetClass="entr" presetSubtype="8"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left)">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wipe(up)">
                                      <p:cBhvr>
                                        <p:cTn id="29" dur="500"/>
                                        <p:tgtEl>
                                          <p:spTgt spid="44"/>
                                        </p:tgtEl>
                                      </p:cBhvr>
                                    </p:animEffect>
                                  </p:childTnLst>
                                </p:cTn>
                              </p:par>
                              <p:par>
                                <p:cTn id="30" presetID="22" presetClass="entr" presetSubtype="1" fill="hold"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up)">
                                      <p:cBhvr>
                                        <p:cTn id="32" dur="500"/>
                                        <p:tgtEl>
                                          <p:spTgt spid="45"/>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up)">
                                      <p:cBhvr>
                                        <p:cTn id="35" dur="500"/>
                                        <p:tgtEl>
                                          <p:spTgt spid="46"/>
                                        </p:tgtEl>
                                      </p:cBhvr>
                                    </p:animEffect>
                                  </p:childTnLst>
                                </p:cTn>
                              </p:par>
                              <p:par>
                                <p:cTn id="36" presetID="1" presetClass="exit" presetSubtype="0" fill="hold" grpId="1" nodeType="withEffect">
                                  <p:stCondLst>
                                    <p:cond delay="0"/>
                                  </p:stCondLst>
                                  <p:childTnLst>
                                    <p:set>
                                      <p:cBhvr>
                                        <p:cTn id="37" dur="1" fill="hold">
                                          <p:stCondLst>
                                            <p:cond delay="0"/>
                                          </p:stCondLst>
                                        </p:cTn>
                                        <p:tgtEl>
                                          <p:spTgt spid="36"/>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37"/>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40"/>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41"/>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42"/>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43"/>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44"/>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45"/>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36" grpId="1" bldLvl="0" animBg="1"/>
      <p:bldP spid="40" grpId="0" bldLvl="0" animBg="1"/>
      <p:bldP spid="40" grpId="1" bldLvl="0" animBg="1"/>
      <p:bldP spid="41" grpId="0" bldLvl="0" animBg="1"/>
      <p:bldP spid="41" grpId="1" bldLvl="0" animBg="1"/>
      <p:bldP spid="43" grpId="0" bldLvl="0" animBg="1"/>
      <p:bldP spid="43" grpId="1" bldLvl="0" animBg="1"/>
      <p:bldP spid="44" grpId="0" bldLvl="0" animBg="1"/>
      <p:bldP spid="44" grpId="1" bldLvl="0" animBg="1"/>
      <p:bldP spid="46" grpId="0" bldLvl="0" animBg="1"/>
      <p:bldP spid="46" grpId="1"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2532380" y="2453005"/>
            <a:ext cx="7124700" cy="19526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内容占位符 2"/>
          <p:cNvSpPr txBox="1"/>
          <p:nvPr/>
        </p:nvSpPr>
        <p:spPr bwMode="auto">
          <a:xfrm>
            <a:off x="581025" y="838200"/>
            <a:ext cx="10050145"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anose="020F0502020204030204" pitchFamily="34" charset="0"/>
                <a:ea typeface="等线" panose="02010600030101010101" charset="-122"/>
                <a:cs typeface="等线" panose="02010600030101010101" charset="-122"/>
              </a:defRPr>
            </a:lvl1pPr>
            <a:lvl2pPr marL="742950" indent="-285750" eaLnBrk="0" hangingPunct="0">
              <a:defRPr>
                <a:solidFill>
                  <a:schemeClr val="tx1"/>
                </a:solidFill>
                <a:latin typeface="Calibri" panose="020F0502020204030204" pitchFamily="34" charset="0"/>
                <a:ea typeface="等线" panose="02010600030101010101" charset="-122"/>
                <a:cs typeface="等线" panose="02010600030101010101" charset="-122"/>
              </a:defRPr>
            </a:lvl2pPr>
            <a:lvl3pPr marL="11430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3pPr>
            <a:lvl4pPr marL="16002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4pPr>
            <a:lvl5pPr marL="2057400" indent="-228600" eaLnBrk="0" hangingPunct="0">
              <a:defRPr>
                <a:solidFill>
                  <a:schemeClr val="tx1"/>
                </a:solidFill>
                <a:latin typeface="Calibri" panose="020F0502020204030204" pitchFamily="34" charset="0"/>
                <a:ea typeface="等线" panose="02010600030101010101" charset="-122"/>
                <a:cs typeface="等线" panose="02010600030101010101"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等线" panose="02010600030101010101" charset="-122"/>
                <a:cs typeface="等线" panose="02010600030101010101" charset="-122"/>
              </a:defRPr>
            </a:lvl9pPr>
          </a:lstStyle>
          <a:p>
            <a:pPr marL="457200" lvl="1" indent="0">
              <a:lnSpc>
                <a:spcPct val="150000"/>
              </a:lnSpc>
              <a:spcBef>
                <a:spcPct val="20000"/>
              </a:spcBef>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还可以选择详细的模块</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、根据Log级别等方式过滤信息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ct val="20000"/>
              </a:spcBef>
              <a:buFontTx/>
              <a:buChar char="–"/>
            </a:pPr>
            <a:endParaRPr lang="en-US" altLang="zh-CN" sz="2000" dirty="0">
              <a:latin typeface="Times New Roman" panose="02020603050405020304" charset="0"/>
              <a:cs typeface="Times New Roman" panose="02020603050405020304" charset="0"/>
            </a:endParaRPr>
          </a:p>
          <a:p>
            <a:pPr lvl="1">
              <a:lnSpc>
                <a:spcPct val="150000"/>
              </a:lnSpc>
              <a:spcBef>
                <a:spcPct val="20000"/>
              </a:spcBef>
              <a:buFontTx/>
              <a:buChar char="–"/>
            </a:pPr>
            <a:endParaRPr lang="en-US" altLang="zh-CN" sz="2000" dirty="0">
              <a:latin typeface="Times New Roman" panose="02020603050405020304" charset="0"/>
              <a:cs typeface="Times New Roman" panose="02020603050405020304" charset="0"/>
            </a:endParaRPr>
          </a:p>
          <a:p>
            <a:pPr marL="457200" lvl="1" indent="0">
              <a:lnSpc>
                <a:spcPct val="150000"/>
              </a:lnSpc>
              <a:spcBef>
                <a:spcPct val="20000"/>
              </a:spcBef>
              <a:buFontTx/>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6" name="表格 15"/>
          <p:cNvGraphicFramePr>
            <a:graphicFrameLocks noGrp="1"/>
          </p:cNvGraphicFramePr>
          <p:nvPr>
            <p:custDataLst>
              <p:tags r:id="rId1"/>
            </p:custDataLst>
          </p:nvPr>
        </p:nvGraphicFramePr>
        <p:xfrm>
          <a:off x="2926715" y="4077970"/>
          <a:ext cx="5864225" cy="2727960"/>
        </p:xfrm>
        <a:graphic>
          <a:graphicData uri="http://schemas.openxmlformats.org/drawingml/2006/table">
            <a:tbl>
              <a:tblPr firstRow="1" bandRow="1">
                <a:tableStyleId>{5C22544A-7EE6-4342-B048-85BDC9FD1C3A}</a:tableStyleId>
              </a:tblPr>
              <a:tblGrid>
                <a:gridCol w="1564640"/>
                <a:gridCol w="2472055"/>
                <a:gridCol w="1827530"/>
              </a:tblGrid>
              <a:tr h="459740">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en-US" sz="1800" dirty="0">
                          <a:latin typeface="微软雅黑" panose="020B0503020204020204" pitchFamily="34" charset="-122"/>
                          <a:ea typeface="微软雅黑" panose="020B0503020204020204" pitchFamily="34" charset="-122"/>
                        </a:rPr>
                        <a:t>级别</a:t>
                      </a:r>
                      <a:endParaRPr lang="zh-CN" altLang="en-US" sz="1800" dirty="0">
                        <a:latin typeface="微软雅黑" panose="020B0503020204020204" pitchFamily="34" charset="-122"/>
                        <a:ea typeface="微软雅黑" panose="020B0503020204020204" pitchFamily="34" charset="-122"/>
                      </a:endParaRPr>
                    </a:p>
                  </a:txBody>
                  <a:tcPr marL="91449" marR="91449">
                    <a:solidFill>
                      <a:srgbClr val="0075CC"/>
                    </a:solidFill>
                  </a:tcPr>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en-US" sz="1800" dirty="0">
                          <a:latin typeface="微软雅黑" panose="020B0503020204020204" pitchFamily="34" charset="-122"/>
                          <a:ea typeface="微软雅黑" panose="020B0503020204020204" pitchFamily="34" charset="-122"/>
                        </a:rPr>
                        <a:t>显示信息</a:t>
                      </a:r>
                      <a:endParaRPr lang="zh-CN" altLang="en-US" sz="1800" dirty="0">
                        <a:latin typeface="微软雅黑" panose="020B0503020204020204" pitchFamily="34" charset="-122"/>
                        <a:ea typeface="微软雅黑" panose="020B0503020204020204" pitchFamily="34" charset="-122"/>
                      </a:endParaRPr>
                    </a:p>
                  </a:txBody>
                  <a:tcPr marL="91449" marR="91449">
                    <a:solidFill>
                      <a:srgbClr val="0075CC"/>
                    </a:solidFill>
                  </a:tcPr>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en-US" sz="1800" dirty="0">
                          <a:latin typeface="微软雅黑" panose="020B0503020204020204" pitchFamily="34" charset="-122"/>
                          <a:ea typeface="微软雅黑" panose="020B0503020204020204" pitchFamily="34" charset="-122"/>
                        </a:rPr>
                        <a:t>日志信息颜色</a:t>
                      </a:r>
                      <a:endParaRPr lang="zh-CN" altLang="en-US" sz="1800" dirty="0">
                        <a:latin typeface="微软雅黑" panose="020B0503020204020204" pitchFamily="34" charset="-122"/>
                        <a:ea typeface="微软雅黑" panose="020B0503020204020204" pitchFamily="34" charset="-122"/>
                      </a:endParaRPr>
                    </a:p>
                  </a:txBody>
                  <a:tcPr marL="91449" marR="91449">
                    <a:solidFill>
                      <a:srgbClr val="0075CC"/>
                    </a:solidFill>
                  </a:tcPr>
                </a:tc>
              </a:tr>
              <a:tr h="215900">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Debug</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800" dirty="0">
                          <a:effectLst/>
                          <a:latin typeface="微软雅黑" panose="020B0503020204020204" pitchFamily="34" charset="-122"/>
                          <a:ea typeface="微软雅黑" panose="020B0503020204020204" pitchFamily="34" charset="-122"/>
                          <a:sym typeface="+mn-ea"/>
                        </a:rPr>
                        <a:t>调试信息</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c>
                  <a:txBody>
                    <a:bodyPr/>
                    <a:lstStyle/>
                    <a:p>
                      <a:r>
                        <a:rPr lang="zh-CN" altLang="zh-CN" sz="1800" dirty="0">
                          <a:effectLst/>
                          <a:latin typeface="微软雅黑" panose="020B0503020204020204" pitchFamily="34" charset="-122"/>
                          <a:ea typeface="微软雅黑" panose="020B0503020204020204" pitchFamily="34" charset="-122"/>
                          <a:sym typeface="+mn-ea"/>
                        </a:rPr>
                        <a:t>蓝色</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r>
              <a:tr h="378460">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Info</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r>
                        <a:rPr lang="zh-CN" altLang="zh-CN" sz="1800" dirty="0">
                          <a:effectLst/>
                          <a:latin typeface="微软雅黑" panose="020B0503020204020204" pitchFamily="34" charset="-122"/>
                          <a:ea typeface="微软雅黑" panose="020B0503020204020204" pitchFamily="34" charset="-122"/>
                          <a:sym typeface="+mn-ea"/>
                        </a:rPr>
                        <a:t>全部信息</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c>
                  <a:txBody>
                    <a:bodyPr/>
                    <a:lstStyle/>
                    <a:p>
                      <a:r>
                        <a:rPr lang="zh-CN" altLang="zh-CN" sz="1800" dirty="0">
                          <a:effectLst/>
                          <a:latin typeface="微软雅黑" panose="020B0503020204020204" pitchFamily="34" charset="-122"/>
                          <a:ea typeface="微软雅黑" panose="020B0503020204020204" pitchFamily="34" charset="-122"/>
                          <a:sym typeface="+mn-ea"/>
                        </a:rPr>
                        <a:t>黑色</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r>
              <a:tr h="37782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Warn</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一般信息</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c>
                  <a:txBody>
                    <a:bodyPr/>
                    <a:lstStyle/>
                    <a:p>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绿色</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r>
              <a:tr h="377825">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Error</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警告信息</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c>
                  <a:txBody>
                    <a:bodyPr/>
                    <a:lstStyle/>
                    <a:p>
                      <a:r>
                        <a:rPr lang="zh-CN" altLang="zh-CN" sz="1800" dirty="0">
                          <a:effectLst/>
                          <a:latin typeface="微软雅黑" panose="020B0503020204020204" pitchFamily="34" charset="-122"/>
                          <a:ea typeface="微软雅黑" panose="020B0503020204020204" pitchFamily="34" charset="-122"/>
                          <a:sym typeface="+mn-ea"/>
                        </a:rPr>
                        <a:t>红色</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r>
              <a:tr h="378460">
                <a:tc>
                  <a:txBody>
                    <a:bodyPr/>
                    <a:lstStyle/>
                    <a:p>
                      <a:pPr algn="ctr"/>
                      <a:r>
                        <a:rPr lang="en-US" altLang="zh-CN" sz="1800" kern="1200" dirty="0">
                          <a:solidFill>
                            <a:schemeClr val="dk1"/>
                          </a:solidFill>
                          <a:effectLst/>
                          <a:latin typeface="微软雅黑" panose="020B0503020204020204" pitchFamily="34" charset="-122"/>
                          <a:ea typeface="微软雅黑" panose="020B0503020204020204" pitchFamily="34" charset="-122"/>
                          <a:cs typeface="+mn-cs"/>
                        </a:rPr>
                        <a:t>Fatal</a:t>
                      </a:r>
                      <a:endParaRPr lang="en-US"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22" marR="91422" marT="45714" marB="45714"/>
                </a:tc>
                <a:tc>
                  <a:txBody>
                    <a:bodyPr/>
                    <a:lstStyle/>
                    <a:p>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错误信息</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c>
                  <a:txBody>
                    <a:bodyPr/>
                    <a:lstStyle/>
                    <a:p>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红色</a:t>
                      </a:r>
                      <a:endParaRPr lang="zh-CN" altLang="zh-CN" sz="1800" kern="1200" dirty="0">
                        <a:solidFill>
                          <a:schemeClr val="dk1"/>
                        </a:solidFill>
                        <a:effectLst/>
                        <a:latin typeface="微软雅黑" panose="020B0503020204020204" pitchFamily="34" charset="-122"/>
                        <a:ea typeface="微软雅黑" panose="020B0503020204020204" pitchFamily="34" charset="-122"/>
                        <a:cs typeface="+mn-cs"/>
                      </a:endParaRPr>
                    </a:p>
                  </a:txBody>
                  <a:tcPr marL="91449" marR="91449"/>
                </a:tc>
              </a:tr>
            </a:tbl>
          </a:graphicData>
        </a:graphic>
      </p:graphicFrame>
      <p:sp>
        <p:nvSpPr>
          <p:cNvPr id="31" name="Title 1"/>
          <p:cNvSpPr txBox="1"/>
          <p:nvPr/>
        </p:nvSpPr>
        <p:spPr>
          <a:xfrm>
            <a:off x="1143635" y="266700"/>
            <a:ext cx="48850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1.6.2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ea"/>
              </a:rPr>
              <a:t>HiLog</a:t>
            </a:r>
            <a:r>
              <a:rPr sz="2400" b="1" dirty="0">
                <a:solidFill>
                  <a:srgbClr val="595959"/>
                </a:solidFill>
                <a:latin typeface="微软雅黑" panose="020B0503020204020204" pitchFamily="34" charset="-122"/>
                <a:ea typeface="微软雅黑" panose="020B0503020204020204" pitchFamily="34" charset="-122"/>
                <a:cs typeface="+mn-ea"/>
                <a:sym typeface="+mn-lt"/>
              </a:rPr>
              <a:t>的使用</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2"/>
          <a:stretch>
            <a:fillRect/>
          </a:stretch>
        </p:blipFill>
        <p:spPr>
          <a:xfrm>
            <a:off x="1702435" y="1629410"/>
            <a:ext cx="8192135" cy="1990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 2"/>
          <p:cNvSpPr/>
          <p:nvPr/>
        </p:nvSpPr>
        <p:spPr>
          <a:xfrm>
            <a:off x="1108075" y="1804670"/>
            <a:ext cx="9794240" cy="393382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sz="3200">
              <a:cs typeface="+mn-ea"/>
              <a:sym typeface="+mn-lt"/>
            </a:endParaRPr>
          </a:p>
        </p:txBody>
      </p:sp>
      <p:sp>
        <p:nvSpPr>
          <p:cNvPr id="4" name="TextBox 38"/>
          <p:cNvSpPr txBox="1"/>
          <p:nvPr/>
        </p:nvSpPr>
        <p:spPr>
          <a:xfrm>
            <a:off x="1486694" y="2519239"/>
            <a:ext cx="9001000" cy="2769870"/>
          </a:xfrm>
          <a:prstGeom prst="rect">
            <a:avLst/>
          </a:prstGeom>
          <a:noFill/>
        </p:spPr>
        <p:txBody>
          <a:bodyPr wrap="square" lIns="0" tIns="0" rIns="0" bIns="0"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sz="2000">
                <a:latin typeface="微软雅黑" panose="020B0503020204020204" pitchFamily="34" charset="-122"/>
                <a:ea typeface="微软雅黑" panose="020B0503020204020204" pitchFamily="34" charset="-122"/>
                <a:cs typeface="微软雅黑" panose="020B0503020204020204" pitchFamily="34" charset="-122"/>
                <a:sym typeface="+mn-lt"/>
              </a:rPr>
              <a:t>本章主要讲解了OpenHarmony的基础知识，首先介绍了</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lt"/>
              </a:rPr>
              <a:t>OpenHarmony的发展历史以及体系结构</a:t>
            </a:r>
            <a:r>
              <a:rPr sz="2000">
                <a:latin typeface="微软雅黑" panose="020B0503020204020204" pitchFamily="34" charset="-122"/>
                <a:ea typeface="微软雅黑" panose="020B0503020204020204" pitchFamily="34" charset="-122"/>
                <a:cs typeface="微软雅黑" panose="020B0503020204020204" pitchFamily="34" charset="-122"/>
                <a:sym typeface="+mn-lt"/>
              </a:rPr>
              <a:t>，然后讲解</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lt"/>
              </a:rPr>
              <a:t>OpenHarmony开发环境的搭建</a:t>
            </a:r>
            <a:r>
              <a:rPr sz="2000">
                <a:latin typeface="微软雅黑" panose="020B0503020204020204" pitchFamily="34" charset="-122"/>
                <a:ea typeface="微软雅黑" panose="020B0503020204020204" pitchFamily="34" charset="-122"/>
                <a:cs typeface="微软雅黑" panose="020B0503020204020204" pitchFamily="34" charset="-122"/>
                <a:sym typeface="+mn-lt"/>
              </a:rPr>
              <a:t>，接着</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lt"/>
              </a:rPr>
              <a:t>开发了一个HelloWorld程序</a:t>
            </a:r>
            <a:r>
              <a:rPr sz="2000">
                <a:latin typeface="微软雅黑" panose="020B0503020204020204" pitchFamily="34" charset="-122"/>
                <a:ea typeface="微软雅黑" panose="020B0503020204020204" pitchFamily="34" charset="-122"/>
                <a:cs typeface="微软雅黑" panose="020B0503020204020204" pitchFamily="34" charset="-122"/>
                <a:sym typeface="+mn-lt"/>
              </a:rPr>
              <a:t>，帮助大家了解</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lt"/>
              </a:rPr>
              <a:t>OpenHarmony项目的创建、程序的结构，以及资源文件的使用</a:t>
            </a:r>
            <a:r>
              <a:rPr sz="2000">
                <a:latin typeface="微软雅黑" panose="020B0503020204020204" pitchFamily="34" charset="-122"/>
                <a:ea typeface="微软雅黑" panose="020B0503020204020204" pitchFamily="34" charset="-122"/>
                <a:cs typeface="微软雅黑" panose="020B0503020204020204" pitchFamily="34" charset="-122"/>
                <a:sym typeface="+mn-lt"/>
              </a:rPr>
              <a:t>。最后介绍了程序调试，包括</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lt"/>
              </a:rPr>
              <a:t>单元测试和</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ea"/>
              </a:rPr>
              <a:t>HiLog</a:t>
            </a:r>
            <a:r>
              <a:rPr sz="2000">
                <a:solidFill>
                  <a:srgbClr val="0075CC"/>
                </a:solidFill>
                <a:latin typeface="微软雅黑" panose="020B0503020204020204" pitchFamily="34" charset="-122"/>
                <a:ea typeface="微软雅黑" panose="020B0503020204020204" pitchFamily="34" charset="-122"/>
                <a:cs typeface="微软雅黑" panose="020B0503020204020204" pitchFamily="34" charset="-122"/>
                <a:sym typeface="+mn-lt"/>
              </a:rPr>
              <a:t>的使用</a:t>
            </a:r>
            <a:r>
              <a:rPr sz="2000">
                <a:latin typeface="微软雅黑" panose="020B0503020204020204" pitchFamily="34" charset="-122"/>
                <a:ea typeface="微软雅黑" panose="020B0503020204020204" pitchFamily="34" charset="-122"/>
                <a:cs typeface="微软雅黑" panose="020B0503020204020204" pitchFamily="34" charset="-122"/>
                <a:sym typeface="+mn-lt"/>
              </a:rPr>
              <a:t>。通过本章的学习，希望读者能对OpenHarmony有一个大致的了解，并会独立搭建OpenHarmony开发环境，为后续学习OpenHarmony知识做好铺垫</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lt"/>
              </a:rPr>
              <a:t>。</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 name="椭圆 4"/>
          <p:cNvSpPr/>
          <p:nvPr/>
        </p:nvSpPr>
        <p:spPr>
          <a:xfrm>
            <a:off x="4329250" y="139595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r>
              <a:rPr lang="zh-CN" altLang="en-US" sz="2800" b="1"/>
              <a:t>本</a:t>
            </a:r>
            <a:endParaRPr lang="zh-CN" altLang="en-US" sz="2800" b="1"/>
          </a:p>
        </p:txBody>
      </p:sp>
      <p:sp>
        <p:nvSpPr>
          <p:cNvPr id="6" name="椭圆 5"/>
          <p:cNvSpPr/>
          <p:nvPr/>
        </p:nvSpPr>
        <p:spPr>
          <a:xfrm>
            <a:off x="5048070" y="139595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b="1">
                <a:sym typeface="+mn-ea"/>
              </a:rPr>
              <a:t>章</a:t>
            </a:r>
            <a:endParaRPr lang="zh-CN" altLang="en-US" sz="2800" b="1">
              <a:sym typeface="+mn-ea"/>
            </a:endParaRPr>
          </a:p>
        </p:txBody>
      </p:sp>
      <p:sp>
        <p:nvSpPr>
          <p:cNvPr id="7" name="椭圆 6"/>
          <p:cNvSpPr/>
          <p:nvPr/>
        </p:nvSpPr>
        <p:spPr>
          <a:xfrm>
            <a:off x="5766890" y="139595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b="1">
                <a:sym typeface="+mn-ea"/>
              </a:rPr>
              <a:t>小</a:t>
            </a:r>
            <a:endParaRPr lang="zh-CN" altLang="en-US" sz="2800" b="1">
              <a:sym typeface="+mn-ea"/>
            </a:endParaRPr>
          </a:p>
        </p:txBody>
      </p:sp>
      <p:sp>
        <p:nvSpPr>
          <p:cNvPr id="8" name="椭圆 7"/>
          <p:cNvSpPr/>
          <p:nvPr/>
        </p:nvSpPr>
        <p:spPr>
          <a:xfrm>
            <a:off x="6485710" y="139595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3.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4.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5.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6.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7.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8.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9.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0.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1.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2.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3.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4.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5.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6.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7.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8.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19.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0.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1.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2.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3.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4.xml><?xml version="1.0" encoding="utf-8"?>
<p:tagLst xmlns:p="http://schemas.openxmlformats.org/presentationml/2006/main">
  <p:tag name="KSO_WM_DIAGRAM_VIRTUALLY_FRAME" val="{&quot;height&quot;:268.69992125984254,&quot;left&quot;:245.61141732283463,&quot;top&quot;:160.12039370078736,&quot;width&quot;:481.9532949752562}"/>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PA" val="v5.2.7"/>
  <p:tag name="RESOURCELIBID_ANIM" val="460"/>
</p:tagLst>
</file>

<file path=ppt/tags/tag51.xml><?xml version="1.0" encoding="utf-8"?>
<p:tagLst xmlns:p="http://schemas.openxmlformats.org/presentationml/2006/main">
  <p:tag name="PA" val="v5.2.7"/>
  <p:tag name="RESOURCELIBID_ANIM" val="460"/>
</p:tagLst>
</file>

<file path=ppt/tags/tag52.xml><?xml version="1.0" encoding="utf-8"?>
<p:tagLst xmlns:p="http://schemas.openxmlformats.org/presentationml/2006/main">
  <p:tag name="PA" val="v5.2.7"/>
  <p:tag name="RESOURCELIBID_ANIM" val="460"/>
</p:tagLst>
</file>

<file path=ppt/tags/tag53.xml><?xml version="1.0" encoding="utf-8"?>
<p:tagLst xmlns:p="http://schemas.openxmlformats.org/presentationml/2006/main">
  <p:tag name="PA" val="v5.2.7"/>
  <p:tag name="RESOURCELIBID_ANIM" val="460"/>
</p:tagLst>
</file>

<file path=ppt/tags/tag54.xml><?xml version="1.0" encoding="utf-8"?>
<p:tagLst xmlns:p="http://schemas.openxmlformats.org/presentationml/2006/main">
  <p:tag name="PA" val="v5.2.7"/>
  <p:tag name="RESOURCELIBID_ANIM" val="460"/>
</p:tagLst>
</file>

<file path=ppt/tags/tag55.xml><?xml version="1.0" encoding="utf-8"?>
<p:tagLst xmlns:p="http://schemas.openxmlformats.org/presentationml/2006/main">
  <p:tag name="PA" val="v5.2.7"/>
  <p:tag name="RESOURCELIBID_ANIM" val="460"/>
</p:tagLst>
</file>

<file path=ppt/tags/tag56.xml><?xml version="1.0" encoding="utf-8"?>
<p:tagLst xmlns:p="http://schemas.openxmlformats.org/presentationml/2006/main">
  <p:tag name="PA" val="v5.2.7"/>
  <p:tag name="RESOURCELIBID_ANIM" val="460"/>
</p:tagLst>
</file>

<file path=ppt/tags/tag57.xml><?xml version="1.0" encoding="utf-8"?>
<p:tagLst xmlns:p="http://schemas.openxmlformats.org/presentationml/2006/main">
  <p:tag name="PA" val="v5.2.7"/>
  <p:tag name="RESOURCELIBID_ANIM" val="460"/>
</p:tagLst>
</file>

<file path=ppt/tags/tag58.xml><?xml version="1.0" encoding="utf-8"?>
<p:tagLst xmlns:p="http://schemas.openxmlformats.org/presentationml/2006/main">
  <p:tag name="PA" val="v5.2.7"/>
  <p:tag name="RESOURCELIBID_ANIM" val="460"/>
</p:tagLst>
</file>

<file path=ppt/tags/tag59.xml><?xml version="1.0" encoding="utf-8"?>
<p:tagLst xmlns:p="http://schemas.openxmlformats.org/presentationml/2006/main">
  <p:tag name="PA" val="v5.2.7"/>
  <p:tag name="RESOURCELIBID_ANIM" val="460"/>
</p:tagLst>
</file>

<file path=ppt/tags/tag60.xml><?xml version="1.0" encoding="utf-8"?>
<p:tagLst xmlns:p="http://schemas.openxmlformats.org/presentationml/2006/main">
  <p:tag name="PA" val="v5.2.7"/>
  <p:tag name="RESOURCELIBID_ANIM" val="460"/>
</p:tagLst>
</file>

<file path=ppt/tags/tag61.xml><?xml version="1.0" encoding="utf-8"?>
<p:tagLst xmlns:p="http://schemas.openxmlformats.org/presentationml/2006/main">
  <p:tag name="PA" val="v5.2.7"/>
  <p:tag name="RESOURCELIBID_ANIM" val="460"/>
</p:tagLst>
</file>

<file path=ppt/tags/tag62.xml><?xml version="1.0" encoding="utf-8"?>
<p:tagLst xmlns:p="http://schemas.openxmlformats.org/presentationml/2006/main">
  <p:tag name="PA" val="v5.2.7"/>
  <p:tag name="RESOURCELIBID_ANIM" val="460"/>
</p:tagLst>
</file>

<file path=ppt/tags/tag63.xml><?xml version="1.0" encoding="utf-8"?>
<p:tagLst xmlns:p="http://schemas.openxmlformats.org/presentationml/2006/main">
  <p:tag name="PA" val="v5.2.7"/>
  <p:tag name="RESOURCELIBID_ANIM" val="460"/>
</p:tagLst>
</file>

<file path=ppt/tags/tag64.xml><?xml version="1.0" encoding="utf-8"?>
<p:tagLst xmlns:p="http://schemas.openxmlformats.org/presentationml/2006/main">
  <p:tag name="PA" val="v5.2.7"/>
  <p:tag name="RESOURCELIBID_ANIM" val="460"/>
</p:tagLst>
</file>

<file path=ppt/tags/tag65.xml><?xml version="1.0" encoding="utf-8"?>
<p:tagLst xmlns:p="http://schemas.openxmlformats.org/presentationml/2006/main">
  <p:tag name="PA" val="v5.2.7"/>
  <p:tag name="RESOURCELIBID_ANIM" val="460"/>
</p:tagLst>
</file>

<file path=ppt/tags/tag66.xml><?xml version="1.0" encoding="utf-8"?>
<p:tagLst xmlns:p="http://schemas.openxmlformats.org/presentationml/2006/main">
  <p:tag name="PA" val="v5.2.7"/>
  <p:tag name="RESOURCELIBID_ANIM" val="460"/>
</p:tagLst>
</file>

<file path=ppt/tags/tag67.xml><?xml version="1.0" encoding="utf-8"?>
<p:tagLst xmlns:p="http://schemas.openxmlformats.org/presentationml/2006/main">
  <p:tag name="PA" val="v5.2.7"/>
  <p:tag name="RESOURCELIBID_ANIM" val="460"/>
</p:tagLst>
</file>

<file path=ppt/tags/tag68.xml><?xml version="1.0" encoding="utf-8"?>
<p:tagLst xmlns:p="http://schemas.openxmlformats.org/presentationml/2006/main">
  <p:tag name="PA" val="v5.2.7"/>
  <p:tag name="RESOURCELIBID_ANIM" val="460"/>
</p:tagLst>
</file>

<file path=ppt/tags/tag69.xml><?xml version="1.0" encoding="utf-8"?>
<p:tagLst xmlns:p="http://schemas.openxmlformats.org/presentationml/2006/main">
  <p:tag name="PA" val="v5.2.7"/>
  <p:tag name="RESOURCELIBID_ANIM" val="460"/>
</p:tagLst>
</file>

<file path=ppt/tags/tag70.xml><?xml version="1.0" encoding="utf-8"?>
<p:tagLst xmlns:p="http://schemas.openxmlformats.org/presentationml/2006/main">
  <p:tag name="PA" val="v5.2.7"/>
  <p:tag name="RESOURCELIBID_ANIM" val="460"/>
</p:tagLst>
</file>

<file path=ppt/tags/tag71.xml><?xml version="1.0" encoding="utf-8"?>
<p:tagLst xmlns:p="http://schemas.openxmlformats.org/presentationml/2006/main">
  <p:tag name="PA" val="v5.2.7"/>
  <p:tag name="RESOURCELIBID_ANIM" val="460"/>
</p:tagLst>
</file>

<file path=ppt/tags/tag72.xml><?xml version="1.0" encoding="utf-8"?>
<p:tagLst xmlns:p="http://schemas.openxmlformats.org/presentationml/2006/main">
  <p:tag name="PA" val="v5.2.7"/>
  <p:tag name="RESOURCELIBID_ANIM" val="460"/>
</p:tagLst>
</file>

<file path=ppt/tags/tag73.xml><?xml version="1.0" encoding="utf-8"?>
<p:tagLst xmlns:p="http://schemas.openxmlformats.org/presentationml/2006/main">
  <p:tag name="PA" val="v5.2.7"/>
  <p:tag name="RESOURCELIBID_ANIM" val="460"/>
</p:tagLst>
</file>

<file path=ppt/tags/tag74.xml><?xml version="1.0" encoding="utf-8"?>
<p:tagLst xmlns:p="http://schemas.openxmlformats.org/presentationml/2006/main">
  <p:tag name="PA" val="v5.2.7"/>
  <p:tag name="RESOURCELIBID_ANIM" val="460"/>
</p:tagLst>
</file>

<file path=ppt/tags/tag75.xml><?xml version="1.0" encoding="utf-8"?>
<p:tagLst xmlns:p="http://schemas.openxmlformats.org/presentationml/2006/main">
  <p:tag name="PA" val="v5.2.7"/>
  <p:tag name="RESOURCELIBID_ANIM" val="460"/>
</p:tagLst>
</file>

<file path=ppt/tags/tag76.xml><?xml version="1.0" encoding="utf-8"?>
<p:tagLst xmlns:p="http://schemas.openxmlformats.org/presentationml/2006/main">
  <p:tag name="PA" val="v5.2.7"/>
  <p:tag name="RESOURCELIBID_ANIM" val="460"/>
</p:tagLst>
</file>

<file path=ppt/tags/tag77.xml><?xml version="1.0" encoding="utf-8"?>
<p:tagLst xmlns:p="http://schemas.openxmlformats.org/presentationml/2006/main">
  <p:tag name="PA" val="v5.2.7"/>
  <p:tag name="RESOURCELIBID_ANIM" val="460"/>
</p:tagLst>
</file>

<file path=ppt/tags/tag78.xml><?xml version="1.0" encoding="utf-8"?>
<p:tagLst xmlns:p="http://schemas.openxmlformats.org/presentationml/2006/main">
  <p:tag name="PA" val="v5.2.7"/>
  <p:tag name="RESOURCELIBID_ANIM" val="460"/>
</p:tagLst>
</file>

<file path=ppt/tags/tag79.xml><?xml version="1.0" encoding="utf-8"?>
<p:tagLst xmlns:p="http://schemas.openxmlformats.org/presentationml/2006/main">
  <p:tag name="PA" val="v5.2.7"/>
  <p:tag name="RESOURCELIBID_ANIM" val="460"/>
</p:tagLst>
</file>

<file path=ppt/tags/tag80.xml><?xml version="1.0" encoding="utf-8"?>
<p:tagLst xmlns:p="http://schemas.openxmlformats.org/presentationml/2006/main">
  <p:tag name="PA" val="v5.2.7"/>
  <p:tag name="RESOURCELIBID_ANIM" val="460"/>
</p:tagLst>
</file>

<file path=ppt/tags/tag81.xml><?xml version="1.0" encoding="utf-8"?>
<p:tagLst xmlns:p="http://schemas.openxmlformats.org/presentationml/2006/main">
  <p:tag name="PA" val="v5.2.7"/>
  <p:tag name="RESOURCELIBID_ANIM" val="460"/>
</p:tagLst>
</file>

<file path=ppt/tags/tag82.xml><?xml version="1.0" encoding="utf-8"?>
<p:tagLst xmlns:p="http://schemas.openxmlformats.org/presentationml/2006/main">
  <p:tag name="PA" val="v5.2.7"/>
  <p:tag name="RESOURCELIBID_ANIM" val="460"/>
</p:tagLst>
</file>

<file path=ppt/tags/tag83.xml><?xml version="1.0" encoding="utf-8"?>
<p:tagLst xmlns:p="http://schemas.openxmlformats.org/presentationml/2006/main">
  <p:tag name="PA" val="v5.2.7"/>
  <p:tag name="RESOURCELIBID_ANIM" val="460"/>
</p:tagLst>
</file>

<file path=ppt/tags/tag84.xml><?xml version="1.0" encoding="utf-8"?>
<p:tagLst xmlns:p="http://schemas.openxmlformats.org/presentationml/2006/main">
  <p:tag name="PA" val="v5.2.7"/>
  <p:tag name="RESOURCELIBID_ANIM" val="460"/>
</p:tagLst>
</file>

<file path=ppt/tags/tag85.xml><?xml version="1.0" encoding="utf-8"?>
<p:tagLst xmlns:p="http://schemas.openxmlformats.org/presentationml/2006/main">
  <p:tag name="PA" val="v5.2.7"/>
  <p:tag name="RESOURCELIBID_ANIM" val="46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710_2*i*1"/>
  <p:tag name="KSO_WM_TEMPLATE_CATEGORY" val="diagram"/>
  <p:tag name="KSO_WM_TEMPLATE_INDEX" val="710"/>
  <p:tag name="KSO_WM_UNIT_LAYERLEVEL" val="1"/>
  <p:tag name="KSO_WM_TAG_VERSION" val="1.0"/>
  <p:tag name="KSO_WM_BEAUTIFY_FLAG" val="#wm#"/>
  <p:tag name="KSO_WM_DIAGRAM_VIRTUALLY_FRAME" val="{&quot;height&quot;:137.42559055118107,&quot;left&quot;:268.2,&quot;top&quot;:307.7,&quot;width&quot;:554.6}"/>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10_2*l_h_i*1_1_1"/>
  <p:tag name="KSO_WM_TEMPLATE_CATEGORY" val="diagram"/>
  <p:tag name="KSO_WM_TEMPLATE_INDEX" val="710"/>
  <p:tag name="KSO_WM_UNIT_LAYERLEVEL" val="1_1_1"/>
  <p:tag name="KSO_WM_TAG_VERSION" val="1.0"/>
  <p:tag name="KSO_WM_BEAUTIFY_FLAG" val="#wm#"/>
  <p:tag name="KSO_WM_UNIT_LINE_FORE_SCHEMECOLOR_INDEX" val="6"/>
  <p:tag name="KSO_WM_UNIT_LINE_FILL_TYPE" val="2"/>
  <p:tag name="KSO_WM_DIAGRAM_VIRTUALLY_FRAME" val="{&quot;height&quot;:137.42559055118107,&quot;left&quot;:268.2,&quot;top&quot;:307.7,&quot;width&quot;:554.6}"/>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10_2*l_h_i*1_1_2"/>
  <p:tag name="KSO_WM_TEMPLATE_CATEGORY" val="diagram"/>
  <p:tag name="KSO_WM_TEMPLATE_INDEX" val="710"/>
  <p:tag name="KSO_WM_UNIT_LAYERLEVEL" val="1_1_1"/>
  <p:tag name="KSO_WM_TAG_VERSION" val="1.0"/>
  <p:tag name="KSO_WM_BEAUTIFY_FLAG" val="#wm#"/>
  <p:tag name="KSO_WM_UNIT_LINE_FORE_SCHEMECOLOR_INDEX" val="6"/>
  <p:tag name="KSO_WM_UNIT_LINE_FILL_TYPE" val="2"/>
  <p:tag name="KSO_WM_DIAGRAM_VIRTUALLY_FRAME" val="{&quot;height&quot;:137.42559055118107,&quot;left&quot;:268.2,&quot;top&quot;:307.7,&quot;width&quot;:554.6}"/>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710_2*l_h_i*1_1_3"/>
  <p:tag name="KSO_WM_TEMPLATE_CATEGORY" val="diagram"/>
  <p:tag name="KSO_WM_TEMPLATE_INDEX" val="71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DIAGRAM_VIRTUALLY_FRAME" val="{&quot;height&quot;:137.42559055118107,&quot;left&quot;:268.2,&quot;top&quot;:307.7,&quot;width&quot;:554.6}"/>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710_2*l_h_i*1_1_4"/>
  <p:tag name="KSO_WM_TEMPLATE_CATEGORY" val="diagram"/>
  <p:tag name="KSO_WM_TEMPLATE_INDEX" val="710"/>
  <p:tag name="KSO_WM_UNIT_LAYERLEVEL" val="1_1_1"/>
  <p:tag name="KSO_WM_TAG_VERSION" val="1.0"/>
  <p:tag name="KSO_WM_BEAUTIFY_FLAG" val="#wm#"/>
  <p:tag name="KSO_WM_UNIT_TEXT_FILL_FORE_SCHEMECOLOR_INDEX" val="13"/>
  <p:tag name="KSO_WM_UNIT_TEXT_FILL_TYPE" val="1"/>
  <p:tag name="KSO_WM_DIAGRAM_VIRTUALLY_FRAME" val="{&quot;height&quot;:137.42559055118107,&quot;left&quot;:268.2,&quot;top&quot;:307.7,&quot;width&quot;:554.6}"/>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710_2*i*2"/>
  <p:tag name="KSO_WM_TEMPLATE_CATEGORY" val="diagram"/>
  <p:tag name="KSO_WM_TEMPLATE_INDEX" val="710"/>
  <p:tag name="KSO_WM_UNIT_LAYERLEVEL" val="1"/>
  <p:tag name="KSO_WM_TAG_VERSION" val="1.0"/>
  <p:tag name="KSO_WM_BEAUTIFY_FLAG" val="#wm#"/>
  <p:tag name="KSO_WM_DIAGRAM_VIRTUALLY_FRAME" val="{&quot;height&quot;:137.42559055118107,&quot;left&quot;:268.2,&quot;top&quot;:307.7,&quot;width&quot;:554.6}"/>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10_2*l_h_i*1_2_1"/>
  <p:tag name="KSO_WM_TEMPLATE_CATEGORY" val="diagram"/>
  <p:tag name="KSO_WM_TEMPLATE_INDEX" val="710"/>
  <p:tag name="KSO_WM_UNIT_LAYERLEVEL" val="1_1_1"/>
  <p:tag name="KSO_WM_TAG_VERSION" val="1.0"/>
  <p:tag name="KSO_WM_BEAUTIFY_FLAG" val="#wm#"/>
  <p:tag name="KSO_WM_UNIT_LINE_FORE_SCHEMECOLOR_INDEX" val="6"/>
  <p:tag name="KSO_WM_UNIT_LINE_FILL_TYPE" val="2"/>
  <p:tag name="KSO_WM_DIAGRAM_VIRTUALLY_FRAME" val="{&quot;height&quot;:137.42559055118107,&quot;left&quot;:268.2,&quot;top&quot;:307.7,&quot;width&quot;:554.6}"/>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10_2*l_h_i*1_2_2"/>
  <p:tag name="KSO_WM_TEMPLATE_CATEGORY" val="diagram"/>
  <p:tag name="KSO_WM_TEMPLATE_INDEX" val="710"/>
  <p:tag name="KSO_WM_UNIT_LAYERLEVEL" val="1_1_1"/>
  <p:tag name="KSO_WM_TAG_VERSION" val="1.0"/>
  <p:tag name="KSO_WM_BEAUTIFY_FLAG" val="#wm#"/>
  <p:tag name="KSO_WM_UNIT_LINE_FORE_SCHEMECOLOR_INDEX" val="6"/>
  <p:tag name="KSO_WM_UNIT_LINE_FILL_TYPE" val="2"/>
  <p:tag name="KSO_WM_DIAGRAM_VIRTUALLY_FRAME" val="{&quot;height&quot;:137.42559055118107,&quot;left&quot;:268.2,&quot;top&quot;:307.7,&quot;width&quot;:554.6}"/>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710_2*l_h_i*1_2_3"/>
  <p:tag name="KSO_WM_TEMPLATE_CATEGORY" val="diagram"/>
  <p:tag name="KSO_WM_TEMPLATE_INDEX" val="71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DIAGRAM_VIRTUALLY_FRAME" val="{&quot;height&quot;:137.42559055118107,&quot;left&quot;:268.2,&quot;top&quot;:307.7,&quot;width&quot;:554.6}"/>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710_2*l_h_i*1_2_4"/>
  <p:tag name="KSO_WM_TEMPLATE_CATEGORY" val="diagram"/>
  <p:tag name="KSO_WM_TEMPLATE_INDEX" val="710"/>
  <p:tag name="KSO_WM_UNIT_LAYERLEVEL" val="1_1_1"/>
  <p:tag name="KSO_WM_TAG_VERSION" val="1.0"/>
  <p:tag name="KSO_WM_BEAUTIFY_FLAG" val="#wm#"/>
  <p:tag name="KSO_WM_UNIT_TEXT_FILL_FORE_SCHEMECOLOR_INDEX" val="13"/>
  <p:tag name="KSO_WM_UNIT_TEXT_FILL_TYPE" val="1"/>
  <p:tag name="KSO_WM_DIAGRAM_VIRTUALLY_FRAME" val="{&quot;height&quot;:137.42559055118107,&quot;left&quot;:268.2,&quot;top&quot;:307.7,&quot;width&quot;:554.6}"/>
</p:tagLst>
</file>

<file path=ppt/tags/tag96.xml><?xml version="1.0" encoding="utf-8"?>
<p:tagLst xmlns:p="http://schemas.openxmlformats.org/presentationml/2006/main">
  <p:tag name="KSO_WM_UNIT_NOCLEAR" val="0"/>
  <p:tag name="KSO_WM_UNIT_VALUE" val="5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10_2*l_h_f*1_1_1"/>
  <p:tag name="KSO_WM_TEMPLATE_CATEGORY" val="diagram"/>
  <p:tag name="KSO_WM_TEMPLATE_INDEX" val="71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DIAGRAM_VIRTUALLY_FRAME" val="{&quot;height&quot;:137.42559055118107,&quot;left&quot;:268.2,&quot;top&quot;:307.7,&quot;width&quot;:554.6}"/>
</p:tagLst>
</file>

<file path=ppt/tags/tag97.xml><?xml version="1.0" encoding="utf-8"?>
<p:tagLst xmlns:p="http://schemas.openxmlformats.org/presentationml/2006/main">
  <p:tag name="KSO_WM_UNIT_NOCLEAR" val="0"/>
  <p:tag name="KSO_WM_UNIT_VALUE" val="5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10_2*l_h_f*1_2_1"/>
  <p:tag name="KSO_WM_TEMPLATE_CATEGORY" val="diagram"/>
  <p:tag name="KSO_WM_TEMPLATE_INDEX" val="71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DIAGRAM_VIRTUALLY_FRAME" val="{&quot;height&quot;:137.42559055118107,&quot;left&quot;:268.2,&quot;top&quot;:307.7,&quot;width&quot;:554.6}"/>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1454_2*m_h_i*1_1_1"/>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1454_2*m_h_i*1_1_2"/>
  <p:tag name="KSO_WM_TEMPLATE_CATEGORY" val="diagram"/>
  <p:tag name="KSO_WM_TEMPLATE_INDEX" val="20201454"/>
  <p:tag name="KSO_WM_UNIT_LAYERLEVEL" val="1_1_1"/>
  <p:tag name="KSO_WM_TAG_VERSION" val="1.0"/>
  <p:tag name="KSO_WM_BEAUTIFY_FLAG" val="#wm#"/>
  <p:tag name="KSO_WM_UNIT_FILL_FORE_SCHEMECOLOR_INDEX" val="14"/>
  <p:tag name="KSO_WM_UNIT_FILL_TYPE" val="1"/>
  <p:tag name="KSO_WM_DIAGRAM_VIRTUALLY_FRAME" val="{&quot;height&quot;:381.1,&quot;left&quot;:105.7,&quot;top&quot;:100.2,&quot;width&quot;:744.55}"/>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1454_2*m_h_i*1_1_3"/>
  <p:tag name="KSO_WM_TEMPLATE_CATEGORY" val="diagram"/>
  <p:tag name="KSO_WM_TEMPLATE_INDEX" val="20201454"/>
  <p:tag name="KSO_WM_UNIT_LAYERLEVEL" val="1_1_1"/>
  <p:tag name="KSO_WM_TAG_VERSION" val="1.0"/>
  <p:tag name="KSO_WM_BEAUTIFY_FLAG" val="#wm#"/>
  <p:tag name="KSO_WM_UNIT_LINE_FORE_SCHEMECOLOR_INDEX" val="5"/>
  <p:tag name="KSO_WM_UNIT_LINE_FILL_TYPE" val="2"/>
  <p:tag name="KSO_WM_DIAGRAM_VIRTUALLY_FRAME" val="{&quot;height&quot;:381.1,&quot;left&quot;:105.7,&quot;top&quot;:100.2,&quot;width&quot;:744.55}"/>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1454_2*m_h_i*1_1_4"/>
  <p:tag name="KSO_WM_TEMPLATE_CATEGORY" val="diagram"/>
  <p:tag name="KSO_WM_TEMPLATE_INDEX" val="20201454"/>
  <p:tag name="KSO_WM_UNIT_LAYERLEVEL" val="1_1_1"/>
  <p:tag name="KSO_WM_TAG_VERSION" val="1.0"/>
  <p:tag name="KSO_WM_BEAUTIFY_FLAG" val="#wm#"/>
  <p:tag name="KSO_WM_UNIT_FILL_FORE_SCHEMECOLOR_INDEX" val="5"/>
  <p:tag name="KSO_WM_UNIT_FILL_TYPE" val="1"/>
  <p:tag name="KSO_WM_DIAGRAM_VIRTUALLY_FRAME" val="{&quot;height&quot;:381.1,&quot;left&quot;:105.7,&quot;top&quot;:100.2,&quot;width&quot;:744.55}"/>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5"/>
  <p:tag name="KSO_WM_UNIT_ID" val="diagram20201454_2*m_h_i*1_1_5"/>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01454_2*m_h_i*1_2_1"/>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1454_2*m_h_i*1_2_2"/>
  <p:tag name="KSO_WM_TEMPLATE_CATEGORY" val="diagram"/>
  <p:tag name="KSO_WM_TEMPLATE_INDEX" val="20201454"/>
  <p:tag name="KSO_WM_UNIT_LAYERLEVEL" val="1_1_1"/>
  <p:tag name="KSO_WM_TAG_VERSION" val="1.0"/>
  <p:tag name="KSO_WM_BEAUTIFY_FLAG" val="#wm#"/>
  <p:tag name="KSO_WM_UNIT_FILL_FORE_SCHEMECOLOR_INDEX" val="14"/>
  <p:tag name="KSO_WM_UNIT_FILL_TYPE" val="1"/>
  <p:tag name="KSO_WM_DIAGRAM_VIRTUALLY_FRAME" val="{&quot;height&quot;:381.1,&quot;left&quot;:105.7,&quot;top&quot;:100.2,&quot;width&quot;:744.55}"/>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1454_2*m_h_i*1_2_3"/>
  <p:tag name="KSO_WM_TEMPLATE_CATEGORY" val="diagram"/>
  <p:tag name="KSO_WM_TEMPLATE_INDEX" val="20201454"/>
  <p:tag name="KSO_WM_UNIT_LAYERLEVEL" val="1_1_1"/>
  <p:tag name="KSO_WM_TAG_VERSION" val="1.0"/>
  <p:tag name="KSO_WM_BEAUTIFY_FLAG" val="#wm#"/>
  <p:tag name="KSO_WM_UNIT_LINE_FORE_SCHEMECOLOR_INDEX" val="5"/>
  <p:tag name="KSO_WM_UNIT_LINE_FILL_TYPE" val="2"/>
  <p:tag name="KSO_WM_DIAGRAM_VIRTUALLY_FRAME" val="{&quot;height&quot;:381.1,&quot;left&quot;:105.7,&quot;top&quot;:100.2,&quot;width&quot;:744.55}"/>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1454_2*m_h_i*1_2_4"/>
  <p:tag name="KSO_WM_TEMPLATE_CATEGORY" val="diagram"/>
  <p:tag name="KSO_WM_TEMPLATE_INDEX" val="20201454"/>
  <p:tag name="KSO_WM_UNIT_LAYERLEVEL" val="1_1_1"/>
  <p:tag name="KSO_WM_TAG_VERSION" val="1.0"/>
  <p:tag name="KSO_WM_BEAUTIFY_FLAG" val="#wm#"/>
  <p:tag name="KSO_WM_UNIT_FILL_FORE_SCHEMECOLOR_INDEX" val="5"/>
  <p:tag name="KSO_WM_UNIT_FILL_TYPE" val="1"/>
  <p:tag name="KSO_WM_DIAGRAM_VIRTUALLY_FRAME" val="{&quot;height&quot;:381.1,&quot;left&quot;:105.7,&quot;top&quot;:100.2,&quot;width&quot;:744.55}"/>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5"/>
  <p:tag name="KSO_WM_UNIT_ID" val="diagram20201454_2*m_h_i*1_2_5"/>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01454_2*m_h_i*1_3_1"/>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1454_2*m_h_i*1_3_2"/>
  <p:tag name="KSO_WM_TEMPLATE_CATEGORY" val="diagram"/>
  <p:tag name="KSO_WM_TEMPLATE_INDEX" val="20201454"/>
  <p:tag name="KSO_WM_UNIT_LAYERLEVEL" val="1_1_1"/>
  <p:tag name="KSO_WM_TAG_VERSION" val="1.0"/>
  <p:tag name="KSO_WM_BEAUTIFY_FLAG" val="#wm#"/>
  <p:tag name="KSO_WM_UNIT_FILL_FORE_SCHEMECOLOR_INDEX" val="14"/>
  <p:tag name="KSO_WM_UNIT_FILL_TYPE" val="1"/>
  <p:tag name="KSO_WM_DIAGRAM_VIRTUALLY_FRAME" val="{&quot;height&quot;:381.1,&quot;left&quot;:105.7,&quot;top&quot;:100.2,&quot;width&quot;:744.55}"/>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1454_2*m_h_i*1_3_3"/>
  <p:tag name="KSO_WM_TEMPLATE_CATEGORY" val="diagram"/>
  <p:tag name="KSO_WM_TEMPLATE_INDEX" val="20201454"/>
  <p:tag name="KSO_WM_UNIT_LAYERLEVEL" val="1_1_1"/>
  <p:tag name="KSO_WM_TAG_VERSION" val="1.0"/>
  <p:tag name="KSO_WM_BEAUTIFY_FLAG" val="#wm#"/>
  <p:tag name="KSO_WM_UNIT_LINE_FORE_SCHEMECOLOR_INDEX" val="5"/>
  <p:tag name="KSO_WM_UNIT_LINE_FILL_TYPE" val="2"/>
  <p:tag name="KSO_WM_DIAGRAM_VIRTUALLY_FRAME" val="{&quot;height&quot;:381.1,&quot;left&quot;:105.7,&quot;top&quot;:100.2,&quot;width&quot;:744.55}"/>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1454_2*m_h_i*1_3_4"/>
  <p:tag name="KSO_WM_TEMPLATE_CATEGORY" val="diagram"/>
  <p:tag name="KSO_WM_TEMPLATE_INDEX" val="20201454"/>
  <p:tag name="KSO_WM_UNIT_LAYERLEVEL" val="1_1_1"/>
  <p:tag name="KSO_WM_TAG_VERSION" val="1.0"/>
  <p:tag name="KSO_WM_BEAUTIFY_FLAG" val="#wm#"/>
  <p:tag name="KSO_WM_UNIT_FILL_FORE_SCHEMECOLOR_INDEX" val="5"/>
  <p:tag name="KSO_WM_UNIT_FILL_TYPE" val="1"/>
  <p:tag name="KSO_WM_DIAGRAM_VIRTUALLY_FRAME" val="{&quot;height&quot;:381.1,&quot;left&quot;:105.7,&quot;top&quot;:100.2,&quot;width&quot;:744.55}"/>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5"/>
  <p:tag name="KSO_WM_UNIT_ID" val="diagram20201454_2*m_h_i*1_3_5"/>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15.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78"/>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1454_2*m_h_f*1_1_1"/>
  <p:tag name="KSO_WM_TEMPLATE_CATEGORY" val="diagram"/>
  <p:tag name="KSO_WM_TEMPLATE_INDEX" val="20201454"/>
  <p:tag name="KSO_WM_UNIT_LAYERLEVEL" val="1_1_1"/>
  <p:tag name="KSO_WM_TAG_VERSION" val="1.0"/>
  <p:tag name="KSO_WM_BEAUTIFY_FLAG" val="#wm#"/>
  <p:tag name="KSO_WM_UNIT_TEXT_FILL_FORE_SCHEMECOLOR_INDEX" val="13"/>
  <p:tag name="KSO_WM_UNIT_TEXT_FILL_TYPE" val="1"/>
  <p:tag name="KSO_WM_DIAGRAM_VIRTUALLY_FRAME" val="{&quot;height&quot;:381.1,&quot;left&quot;:105.7,&quot;top&quot;:100.2,&quot;width&quot;:744.55}"/>
</p:tagLst>
</file>

<file path=ppt/tags/tag116.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1454_2*m_h_a*1_1_1"/>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17.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78"/>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1454_2*m_h_f*1_2_1"/>
  <p:tag name="KSO_WM_TEMPLATE_CATEGORY" val="diagram"/>
  <p:tag name="KSO_WM_TEMPLATE_INDEX" val="20201454"/>
  <p:tag name="KSO_WM_UNIT_LAYERLEVEL" val="1_1_1"/>
  <p:tag name="KSO_WM_TAG_VERSION" val="1.0"/>
  <p:tag name="KSO_WM_BEAUTIFY_FLAG" val="#wm#"/>
  <p:tag name="KSO_WM_UNIT_TEXT_FILL_FORE_SCHEMECOLOR_INDEX" val="13"/>
  <p:tag name="KSO_WM_UNIT_TEXT_FILL_TYPE" val="1"/>
  <p:tag name="KSO_WM_DIAGRAM_VIRTUALLY_FRAME" val="{&quot;height&quot;:381.1,&quot;left&quot;:105.7,&quot;top&quot;:100.2,&quot;width&quot;:744.55}"/>
</p:tagLst>
</file>

<file path=ppt/tags/tag118.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01454_2*m_h_a*1_2_1"/>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19.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78"/>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1454_2*m_h_f*1_3_1"/>
  <p:tag name="KSO_WM_TEMPLATE_CATEGORY" val="diagram"/>
  <p:tag name="KSO_WM_TEMPLATE_INDEX" val="20201454"/>
  <p:tag name="KSO_WM_UNIT_LAYERLEVEL" val="1_1_1"/>
  <p:tag name="KSO_WM_TAG_VERSION" val="1.0"/>
  <p:tag name="KSO_WM_BEAUTIFY_FLAG" val="#wm#"/>
  <p:tag name="KSO_WM_UNIT_TEXT_FILL_FORE_SCHEMECOLOR_INDEX" val="13"/>
  <p:tag name="KSO_WM_UNIT_TEXT_FILL_TYPE" val="1"/>
  <p:tag name="KSO_WM_DIAGRAM_VIRTUALLY_FRAME" val="{&quot;height&quot;:381.1,&quot;left&quot;:105.7,&quot;top&quot;:100.2,&quot;width&quot;:744.55}"/>
</p:tagLst>
</file>

<file path=ppt/tags/tag120.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31"/>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01454_2*m_h_a*1_3_1"/>
  <p:tag name="KSO_WM_TEMPLATE_CATEGORY" val="diagram"/>
  <p:tag name="KSO_WM_TEMPLATE_INDEX" val="20201454"/>
  <p:tag name="KSO_WM_UNIT_LAYERLEVEL" val="1_1_1"/>
  <p:tag name="KSO_WM_TAG_VERSION" val="1.0"/>
  <p:tag name="KSO_WM_BEAUTIFY_FLAG" val="#wm#"/>
  <p:tag name="KSO_WM_DIAGRAM_VIRTUALLY_FRAME" val="{&quot;height&quot;:381.1,&quot;left&quot;:105.7,&quot;top&quot;:100.2,&quot;width&quot;:744.55}"/>
</p:tagLst>
</file>

<file path=ppt/tags/tag121.xml><?xml version="1.0" encoding="utf-8"?>
<p:tagLst xmlns:p="http://schemas.openxmlformats.org/presentationml/2006/main">
  <p:tag name="KSO_WM_UNIT_TABLE_BEAUTIFY" val="smartTable{36ad9ce6-b0d8-44c4-9b4d-80f76f9a0cb5}"/>
  <p:tag name="TABLE_ENDDRAG_ORIGIN_RECT" val="462*237"/>
  <p:tag name="TABLE_ENDDRAG_RECT" val="298*258*462*237"/>
</p:tagLst>
</file>

<file path=ppt/tags/tag122.xml><?xml version="1.0" encoding="utf-8"?>
<p:tagLst xmlns:p="http://schemas.openxmlformats.org/presentationml/2006/main">
  <p:tag name="KSO_WM_UNIT_TABLE_BEAUTIFY" val="smartTable{0f4977ee-655d-4cd6-858a-5e28a9c69aff}"/>
</p:tagLst>
</file>

<file path=ppt/tags/tag123.xml><?xml version="1.0" encoding="utf-8"?>
<p:tagLst xmlns:p="http://schemas.openxmlformats.org/presentationml/2006/main">
  <p:tag name="ISPRING_RESOURCE_PATHS_HASH_PRESENTER" val="3f15e6573a385e41c33bb97e7105a62faa5c484"/>
  <p:tag name="commondata" val="eyJoZGlkIjoiNGEzOWY5OWI3NjllYmMyNjdkZDQ2MDY2OWUyMDdmMzYifQ=="/>
  <p:tag name="resource_record_key" val="{&quot;13&quot;:[19951231,472204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15414</Words>
  <Application>WPS 演示</Application>
  <PresentationFormat>自定义</PresentationFormat>
  <Paragraphs>1101</Paragraphs>
  <Slides>107</Slides>
  <Notes>27</Notes>
  <HiddenSlides>0</HiddenSlides>
  <MMClips>0</MMClips>
  <ScaleCrop>false</ScaleCrop>
  <HeadingPairs>
    <vt:vector size="6" baseType="variant">
      <vt:variant>
        <vt:lpstr>已用的字体</vt:lpstr>
      </vt:variant>
      <vt:variant>
        <vt:i4>34</vt:i4>
      </vt:variant>
      <vt:variant>
        <vt:lpstr>主题</vt:lpstr>
      </vt:variant>
      <vt:variant>
        <vt:i4>20</vt:i4>
      </vt:variant>
      <vt:variant>
        <vt:lpstr>幻灯片标题</vt:lpstr>
      </vt:variant>
      <vt:variant>
        <vt:i4>107</vt:i4>
      </vt:variant>
    </vt:vector>
  </HeadingPairs>
  <TitlesOfParts>
    <vt:vector size="161" baseType="lpstr">
      <vt:lpstr>Arial</vt:lpstr>
      <vt:lpstr>宋体</vt:lpstr>
      <vt:lpstr>Wingdings</vt:lpstr>
      <vt:lpstr>微软雅黑</vt:lpstr>
      <vt:lpstr>思源黑体 CN Medium</vt:lpstr>
      <vt:lpstr>黑体</vt:lpstr>
      <vt:lpstr>字魂58号-创中黑</vt:lpstr>
      <vt:lpstr>Source Han Sans K Bold</vt:lpstr>
      <vt:lpstr>Calibri</vt:lpstr>
      <vt:lpstr>思源黑体 CN Regular</vt:lpstr>
      <vt:lpstr>Yu Gothic UI Semibold</vt:lpstr>
      <vt:lpstr>U.S. 101</vt:lpstr>
      <vt:lpstr>Segoe Print</vt:lpstr>
      <vt:lpstr>Roboto</vt:lpstr>
      <vt:lpstr>Times New Roman</vt:lpstr>
      <vt:lpstr>Open Sans Light</vt:lpstr>
      <vt:lpstr>思源黑体</vt:lpstr>
      <vt:lpstr>思源黑体 Regular</vt:lpstr>
      <vt:lpstr>字魂105号-简雅黑</vt:lpstr>
      <vt:lpstr>Arial Unicode MS</vt:lpstr>
      <vt:lpstr>Bebas</vt:lpstr>
      <vt:lpstr>思源黑体 Bold</vt:lpstr>
      <vt:lpstr>Impact</vt:lpstr>
      <vt:lpstr>Helvetica Neue</vt:lpstr>
      <vt:lpstr>Wingdings</vt:lpstr>
      <vt:lpstr>Verdana</vt:lpstr>
      <vt:lpstr>等线</vt:lpstr>
      <vt:lpstr>Lato Light</vt:lpstr>
      <vt:lpstr>思源黑体 CN Heavy</vt:lpstr>
      <vt:lpstr>Wingdings</vt:lpstr>
      <vt:lpstr>HarmonyOS Sans SC</vt:lpstr>
      <vt:lpstr>HarmonyOS Sans SC Black</vt:lpstr>
      <vt:lpstr>Tahoma</vt:lpstr>
      <vt:lpstr>JetBrains Mono</vt:lpstr>
      <vt:lpstr>webwppDefTheme</vt:lpstr>
      <vt:lpstr>Office 主题</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资源类别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刘俊男</cp:lastModifiedBy>
  <cp:revision>1030</cp:revision>
  <dcterms:created xsi:type="dcterms:W3CDTF">2020-11-11T09:29:00Z</dcterms:created>
  <dcterms:modified xsi:type="dcterms:W3CDTF">2025-02-23T08:19:51Z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FAE737CA4AD043D68B80620E2A9F8656_13</vt:lpwstr>
  </property>
</Properties>
</file>